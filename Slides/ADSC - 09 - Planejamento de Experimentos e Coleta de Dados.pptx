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TkCSr30UojM" TargetMode="External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4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0.sv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TkCSr30UojM" TargetMode="External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4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0.sv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71546D-6F60-47AC-B263-DD0F4664453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5E07ADF-30B9-4DA4-A33A-9B02622BBD95}">
      <dgm:prSet/>
      <dgm:spPr/>
      <dgm:t>
        <a:bodyPr/>
        <a:lstStyle/>
        <a:p>
          <a:r>
            <a:rPr lang="pt-BR"/>
            <a:t>Disciplina: Avaliação e Desempenho de Sistemas Computacionais</a:t>
          </a:r>
          <a:br>
            <a:rPr lang="pt-BR"/>
          </a:br>
          <a:r>
            <a:rPr lang="pt-BR"/>
            <a:t>Professor: </a:t>
          </a:r>
          <a:r>
            <a:rPr lang="pt-BR" b="1"/>
            <a:t>Elionai Magalhães</a:t>
          </a:r>
          <a:br>
            <a:rPr lang="pt-BR"/>
          </a:br>
          <a:r>
            <a:rPr lang="pt-BR"/>
            <a:t>Base: Gonçalves &amp; Macambira (2017) e referências atuais</a:t>
          </a:r>
          <a:endParaRPr lang="en-US"/>
        </a:p>
      </dgm:t>
    </dgm:pt>
    <dgm:pt modelId="{7321F53C-485B-4E08-BE53-0DE264316DAB}" type="parTrans" cxnId="{ED975DF7-FD36-489E-BD77-946B7E12224F}">
      <dgm:prSet/>
      <dgm:spPr/>
      <dgm:t>
        <a:bodyPr/>
        <a:lstStyle/>
        <a:p>
          <a:endParaRPr lang="en-US"/>
        </a:p>
      </dgm:t>
    </dgm:pt>
    <dgm:pt modelId="{040D036D-BE55-4E59-BE4F-42E49771DF43}" type="sibTrans" cxnId="{ED975DF7-FD36-489E-BD77-946B7E12224F}">
      <dgm:prSet/>
      <dgm:spPr/>
      <dgm:t>
        <a:bodyPr/>
        <a:lstStyle/>
        <a:p>
          <a:endParaRPr lang="en-US"/>
        </a:p>
      </dgm:t>
    </dgm:pt>
    <dgm:pt modelId="{B103BB11-603A-40A9-A7FB-A31780BCDDC8}">
      <dgm:prSet/>
      <dgm:spPr/>
      <dgm:t>
        <a:bodyPr/>
        <a:lstStyle/>
        <a:p>
          <a:r>
            <a:rPr lang="pt-BR" b="1"/>
            <a:t>Objetivo de Estudo:</a:t>
          </a:r>
          <a:br>
            <a:rPr lang="pt-BR"/>
          </a:br>
          <a:r>
            <a:rPr lang="pt-BR"/>
            <a:t>Compreender os princípios do planejamento experimental e da coleta de dados para garantir análises de desempenho </a:t>
          </a:r>
          <a:r>
            <a:rPr lang="pt-BR" b="1"/>
            <a:t>válidas, confiáveis e reprodutíveis</a:t>
          </a:r>
          <a:r>
            <a:rPr lang="pt-BR"/>
            <a:t>.</a:t>
          </a:r>
          <a:endParaRPr lang="en-US"/>
        </a:p>
      </dgm:t>
    </dgm:pt>
    <dgm:pt modelId="{6D52D78D-7D06-4282-88D4-696A7C9DA153}" type="parTrans" cxnId="{D7576D21-3AB9-4448-A567-9F2E06897D7E}">
      <dgm:prSet/>
      <dgm:spPr/>
      <dgm:t>
        <a:bodyPr/>
        <a:lstStyle/>
        <a:p>
          <a:endParaRPr lang="en-US"/>
        </a:p>
      </dgm:t>
    </dgm:pt>
    <dgm:pt modelId="{23D12E8B-CC20-432B-9A64-C01929B8D265}" type="sibTrans" cxnId="{D7576D21-3AB9-4448-A567-9F2E06897D7E}">
      <dgm:prSet/>
      <dgm:spPr/>
      <dgm:t>
        <a:bodyPr/>
        <a:lstStyle/>
        <a:p>
          <a:endParaRPr lang="en-US"/>
        </a:p>
      </dgm:t>
    </dgm:pt>
    <dgm:pt modelId="{1D1C07C5-164C-4879-B0FE-B7E4CD20AF0E}" type="pres">
      <dgm:prSet presAssocID="{7771546D-6F60-47AC-B263-DD0F4664453E}" presName="linear" presStyleCnt="0">
        <dgm:presLayoutVars>
          <dgm:animLvl val="lvl"/>
          <dgm:resizeHandles val="exact"/>
        </dgm:presLayoutVars>
      </dgm:prSet>
      <dgm:spPr/>
    </dgm:pt>
    <dgm:pt modelId="{4E95F6F8-EDF1-475C-B1D5-4D5E4ED56D66}" type="pres">
      <dgm:prSet presAssocID="{85E07ADF-30B9-4DA4-A33A-9B02622BBD9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E7C6B4B-52CF-4512-B8B2-BD8EA1F918CF}" type="pres">
      <dgm:prSet presAssocID="{040D036D-BE55-4E59-BE4F-42E49771DF43}" presName="spacer" presStyleCnt="0"/>
      <dgm:spPr/>
    </dgm:pt>
    <dgm:pt modelId="{EF557775-ACAD-4298-A4B2-ECA33C1B01BF}" type="pres">
      <dgm:prSet presAssocID="{B103BB11-603A-40A9-A7FB-A31780BCDDC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7576D21-3AB9-4448-A567-9F2E06897D7E}" srcId="{7771546D-6F60-47AC-B263-DD0F4664453E}" destId="{B103BB11-603A-40A9-A7FB-A31780BCDDC8}" srcOrd="1" destOrd="0" parTransId="{6D52D78D-7D06-4282-88D4-696A7C9DA153}" sibTransId="{23D12E8B-CC20-432B-9A64-C01929B8D265}"/>
    <dgm:cxn modelId="{29E7223B-4D86-4E7B-AC8F-1EDC49A2F718}" type="presOf" srcId="{7771546D-6F60-47AC-B263-DD0F4664453E}" destId="{1D1C07C5-164C-4879-B0FE-B7E4CD20AF0E}" srcOrd="0" destOrd="0" presId="urn:microsoft.com/office/officeart/2005/8/layout/vList2"/>
    <dgm:cxn modelId="{20BB3C77-A0F5-4AE5-95DB-54F59F409699}" type="presOf" srcId="{B103BB11-603A-40A9-A7FB-A31780BCDDC8}" destId="{EF557775-ACAD-4298-A4B2-ECA33C1B01BF}" srcOrd="0" destOrd="0" presId="urn:microsoft.com/office/officeart/2005/8/layout/vList2"/>
    <dgm:cxn modelId="{19AA1BD8-DEA5-4989-9C98-2A74E4E49091}" type="presOf" srcId="{85E07ADF-30B9-4DA4-A33A-9B02622BBD95}" destId="{4E95F6F8-EDF1-475C-B1D5-4D5E4ED56D66}" srcOrd="0" destOrd="0" presId="urn:microsoft.com/office/officeart/2005/8/layout/vList2"/>
    <dgm:cxn modelId="{ED975DF7-FD36-489E-BD77-946B7E12224F}" srcId="{7771546D-6F60-47AC-B263-DD0F4664453E}" destId="{85E07ADF-30B9-4DA4-A33A-9B02622BBD95}" srcOrd="0" destOrd="0" parTransId="{7321F53C-485B-4E08-BE53-0DE264316DAB}" sibTransId="{040D036D-BE55-4E59-BE4F-42E49771DF43}"/>
    <dgm:cxn modelId="{3A3EBCFF-537E-4476-826E-A7DCF407030D}" type="presParOf" srcId="{1D1C07C5-164C-4879-B0FE-B7E4CD20AF0E}" destId="{4E95F6F8-EDF1-475C-B1D5-4D5E4ED56D66}" srcOrd="0" destOrd="0" presId="urn:microsoft.com/office/officeart/2005/8/layout/vList2"/>
    <dgm:cxn modelId="{CE351607-6DF8-4626-85A3-A77592038E55}" type="presParOf" srcId="{1D1C07C5-164C-4879-B0FE-B7E4CD20AF0E}" destId="{0E7C6B4B-52CF-4512-B8B2-BD8EA1F918CF}" srcOrd="1" destOrd="0" presId="urn:microsoft.com/office/officeart/2005/8/layout/vList2"/>
    <dgm:cxn modelId="{8D2CDD2E-DE93-43AF-9FE7-42798B56CC37}" type="presParOf" srcId="{1D1C07C5-164C-4879-B0FE-B7E4CD20AF0E}" destId="{EF557775-ACAD-4298-A4B2-ECA33C1B01B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586253-AD04-4D7B-B6FC-DDD39CBF5C5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3E91034-5A4A-4DE4-8AE4-187EE163D422}">
      <dgm:prSet/>
      <dgm:spPr/>
      <dgm:t>
        <a:bodyPr/>
        <a:lstStyle/>
        <a:p>
          <a:r>
            <a:rPr lang="pt-BR" b="0" i="0" baseline="0"/>
            <a:t>O planejamento é essencial para garantir </a:t>
          </a:r>
          <a:r>
            <a:rPr lang="pt-BR" b="1" i="0" baseline="0"/>
            <a:t>organização e validade</a:t>
          </a:r>
          <a:r>
            <a:rPr lang="pt-BR" b="0" i="0" baseline="0"/>
            <a:t> dos resultados.</a:t>
          </a:r>
          <a:endParaRPr lang="en-US"/>
        </a:p>
      </dgm:t>
    </dgm:pt>
    <dgm:pt modelId="{519F8D1E-93B4-4D7F-B2C1-616FB02023DE}" type="parTrans" cxnId="{59467488-5A13-4FFC-82B9-B21091AF348D}">
      <dgm:prSet/>
      <dgm:spPr/>
      <dgm:t>
        <a:bodyPr/>
        <a:lstStyle/>
        <a:p>
          <a:endParaRPr lang="en-US"/>
        </a:p>
      </dgm:t>
    </dgm:pt>
    <dgm:pt modelId="{B001CE7D-1E8F-4A3A-9DC5-0E17CC517240}" type="sibTrans" cxnId="{59467488-5A13-4FFC-82B9-B21091AF348D}">
      <dgm:prSet/>
      <dgm:spPr/>
      <dgm:t>
        <a:bodyPr/>
        <a:lstStyle/>
        <a:p>
          <a:endParaRPr lang="en-US"/>
        </a:p>
      </dgm:t>
    </dgm:pt>
    <dgm:pt modelId="{9C4ABAF6-348D-4C4A-8E53-30E650A80809}">
      <dgm:prSet/>
      <dgm:spPr/>
      <dgm:t>
        <a:bodyPr/>
        <a:lstStyle/>
        <a:p>
          <a:r>
            <a:rPr lang="pt-BR" b="0" i="0" baseline="0"/>
            <a:t>Pode ser feito de forma simples (papel, caneta e ideias bem delineadas).</a:t>
          </a:r>
          <a:endParaRPr lang="en-US"/>
        </a:p>
      </dgm:t>
    </dgm:pt>
    <dgm:pt modelId="{5E925456-867A-4F15-B15C-47F949B3FD50}" type="parTrans" cxnId="{DE2005D6-C965-46F1-B169-27F9F3F58977}">
      <dgm:prSet/>
      <dgm:spPr/>
      <dgm:t>
        <a:bodyPr/>
        <a:lstStyle/>
        <a:p>
          <a:endParaRPr lang="en-US"/>
        </a:p>
      </dgm:t>
    </dgm:pt>
    <dgm:pt modelId="{65D98C60-6134-4A22-B69F-34351568B933}" type="sibTrans" cxnId="{DE2005D6-C965-46F1-B169-27F9F3F58977}">
      <dgm:prSet/>
      <dgm:spPr/>
      <dgm:t>
        <a:bodyPr/>
        <a:lstStyle/>
        <a:p>
          <a:endParaRPr lang="en-US"/>
        </a:p>
      </dgm:t>
    </dgm:pt>
    <dgm:pt modelId="{F9365F31-78F7-4718-8D71-6DA7743260A8}">
      <dgm:prSet/>
      <dgm:spPr/>
      <dgm:t>
        <a:bodyPr/>
        <a:lstStyle/>
        <a:p>
          <a:r>
            <a:rPr lang="pt-BR" b="0" i="0" baseline="0"/>
            <a:t>Envolve segmentar o processo em </a:t>
          </a:r>
          <a:r>
            <a:rPr lang="pt-BR" b="1" i="0" baseline="0"/>
            <a:t>etapas claras</a:t>
          </a:r>
          <a:r>
            <a:rPr lang="pt-BR" b="0" i="0" baseline="0"/>
            <a:t>, o que facilita documentação e execução.</a:t>
          </a:r>
          <a:endParaRPr lang="en-US"/>
        </a:p>
      </dgm:t>
    </dgm:pt>
    <dgm:pt modelId="{FED098A4-C234-4306-A43D-3B04145F826E}" type="parTrans" cxnId="{93ECC287-D122-48B4-B32A-89A4CF7B3AB3}">
      <dgm:prSet/>
      <dgm:spPr/>
      <dgm:t>
        <a:bodyPr/>
        <a:lstStyle/>
        <a:p>
          <a:endParaRPr lang="en-US"/>
        </a:p>
      </dgm:t>
    </dgm:pt>
    <dgm:pt modelId="{EB268128-D945-47B6-8952-925DDFD6310A}" type="sibTrans" cxnId="{93ECC287-D122-48B4-B32A-89A4CF7B3AB3}">
      <dgm:prSet/>
      <dgm:spPr/>
      <dgm:t>
        <a:bodyPr/>
        <a:lstStyle/>
        <a:p>
          <a:endParaRPr lang="en-US"/>
        </a:p>
      </dgm:t>
    </dgm:pt>
    <dgm:pt modelId="{9CBDFCCB-9CE2-4F7B-831C-07309818CFEE}">
      <dgm:prSet/>
      <dgm:spPr/>
      <dgm:t>
        <a:bodyPr/>
        <a:lstStyle/>
        <a:p>
          <a:r>
            <a:rPr lang="pt-BR" b="0" i="0" baseline="0"/>
            <a:t>Ajuda a prever </a:t>
          </a:r>
          <a:r>
            <a:rPr lang="pt-BR" b="1" i="0" baseline="0"/>
            <a:t>adversidades</a:t>
          </a:r>
          <a:r>
            <a:rPr lang="pt-BR" b="0" i="0" baseline="0"/>
            <a:t> e organizar cenários antes da execução.</a:t>
          </a:r>
          <a:endParaRPr lang="en-US"/>
        </a:p>
      </dgm:t>
    </dgm:pt>
    <dgm:pt modelId="{96BE55A3-6737-4FAA-9AE6-2BFC5C91C028}" type="parTrans" cxnId="{3714928F-3892-4527-8813-E14920DD5430}">
      <dgm:prSet/>
      <dgm:spPr/>
      <dgm:t>
        <a:bodyPr/>
        <a:lstStyle/>
        <a:p>
          <a:endParaRPr lang="en-US"/>
        </a:p>
      </dgm:t>
    </dgm:pt>
    <dgm:pt modelId="{47922FE6-DC0D-4604-AB22-D08C54281EA0}" type="sibTrans" cxnId="{3714928F-3892-4527-8813-E14920DD5430}">
      <dgm:prSet/>
      <dgm:spPr/>
      <dgm:t>
        <a:bodyPr/>
        <a:lstStyle/>
        <a:p>
          <a:endParaRPr lang="en-US"/>
        </a:p>
      </dgm:t>
    </dgm:pt>
    <dgm:pt modelId="{64333353-8DA8-4606-B124-3C47B6F91CCB}" type="pres">
      <dgm:prSet presAssocID="{45586253-AD04-4D7B-B6FC-DDD39CBF5C5D}" presName="root" presStyleCnt="0">
        <dgm:presLayoutVars>
          <dgm:dir/>
          <dgm:resizeHandles val="exact"/>
        </dgm:presLayoutVars>
      </dgm:prSet>
      <dgm:spPr/>
    </dgm:pt>
    <dgm:pt modelId="{05471E54-103F-45E7-BDA8-1EB00102BFA6}" type="pres">
      <dgm:prSet presAssocID="{13E91034-5A4A-4DE4-8AE4-187EE163D422}" presName="compNode" presStyleCnt="0"/>
      <dgm:spPr/>
    </dgm:pt>
    <dgm:pt modelId="{5A01F97E-9D03-48A8-9286-4DB7778BF21B}" type="pres">
      <dgm:prSet presAssocID="{13E91034-5A4A-4DE4-8AE4-187EE163D422}" presName="bgRect" presStyleLbl="bgShp" presStyleIdx="0" presStyleCnt="4"/>
      <dgm:spPr/>
    </dgm:pt>
    <dgm:pt modelId="{E79E64B4-A328-4F85-837D-9FD0844E88E5}" type="pres">
      <dgm:prSet presAssocID="{13E91034-5A4A-4DE4-8AE4-187EE163D42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24A67B75-D4DB-491A-AB1A-AB48D14E806C}" type="pres">
      <dgm:prSet presAssocID="{13E91034-5A4A-4DE4-8AE4-187EE163D422}" presName="spaceRect" presStyleCnt="0"/>
      <dgm:spPr/>
    </dgm:pt>
    <dgm:pt modelId="{20EDA734-5772-4AA7-A7CA-D1D0E7298808}" type="pres">
      <dgm:prSet presAssocID="{13E91034-5A4A-4DE4-8AE4-187EE163D422}" presName="parTx" presStyleLbl="revTx" presStyleIdx="0" presStyleCnt="4">
        <dgm:presLayoutVars>
          <dgm:chMax val="0"/>
          <dgm:chPref val="0"/>
        </dgm:presLayoutVars>
      </dgm:prSet>
      <dgm:spPr/>
    </dgm:pt>
    <dgm:pt modelId="{D89D8E66-180C-4D15-B398-73D243E18705}" type="pres">
      <dgm:prSet presAssocID="{B001CE7D-1E8F-4A3A-9DC5-0E17CC517240}" presName="sibTrans" presStyleCnt="0"/>
      <dgm:spPr/>
    </dgm:pt>
    <dgm:pt modelId="{A1260464-B67C-48FE-94E0-841B25F1E5DD}" type="pres">
      <dgm:prSet presAssocID="{9C4ABAF6-348D-4C4A-8E53-30E650A80809}" presName="compNode" presStyleCnt="0"/>
      <dgm:spPr/>
    </dgm:pt>
    <dgm:pt modelId="{5B82ADB3-C2E8-47BE-905A-76FEE29A3A0F}" type="pres">
      <dgm:prSet presAssocID="{9C4ABAF6-348D-4C4A-8E53-30E650A80809}" presName="bgRect" presStyleLbl="bgShp" presStyleIdx="1" presStyleCnt="4"/>
      <dgm:spPr/>
    </dgm:pt>
    <dgm:pt modelId="{D512BFD1-40DE-4782-A995-DD428DC8873A}" type="pres">
      <dgm:prSet presAssocID="{9C4ABAF6-348D-4C4A-8E53-30E650A8080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C61BFBBD-0433-4DD1-9D26-26D603513359}" type="pres">
      <dgm:prSet presAssocID="{9C4ABAF6-348D-4C4A-8E53-30E650A80809}" presName="spaceRect" presStyleCnt="0"/>
      <dgm:spPr/>
    </dgm:pt>
    <dgm:pt modelId="{5038D80F-21D3-43C5-BBC2-9168514FC1ED}" type="pres">
      <dgm:prSet presAssocID="{9C4ABAF6-348D-4C4A-8E53-30E650A80809}" presName="parTx" presStyleLbl="revTx" presStyleIdx="1" presStyleCnt="4">
        <dgm:presLayoutVars>
          <dgm:chMax val="0"/>
          <dgm:chPref val="0"/>
        </dgm:presLayoutVars>
      </dgm:prSet>
      <dgm:spPr/>
    </dgm:pt>
    <dgm:pt modelId="{9E44BA7B-E79E-47E1-8580-64A60054600D}" type="pres">
      <dgm:prSet presAssocID="{65D98C60-6134-4A22-B69F-34351568B933}" presName="sibTrans" presStyleCnt="0"/>
      <dgm:spPr/>
    </dgm:pt>
    <dgm:pt modelId="{232C5685-8B5A-44AB-93BD-49A58B1227C8}" type="pres">
      <dgm:prSet presAssocID="{F9365F31-78F7-4718-8D71-6DA7743260A8}" presName="compNode" presStyleCnt="0"/>
      <dgm:spPr/>
    </dgm:pt>
    <dgm:pt modelId="{8538B1AC-B987-43A9-B19F-E31A406E860D}" type="pres">
      <dgm:prSet presAssocID="{F9365F31-78F7-4718-8D71-6DA7743260A8}" presName="bgRect" presStyleLbl="bgShp" presStyleIdx="2" presStyleCnt="4"/>
      <dgm:spPr/>
    </dgm:pt>
    <dgm:pt modelId="{0BE03534-F890-470D-9698-A69F2AFB044A}" type="pres">
      <dgm:prSet presAssocID="{F9365F31-78F7-4718-8D71-6DA7743260A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1FE366B7-9BD6-485F-A520-BFA464BF40E2}" type="pres">
      <dgm:prSet presAssocID="{F9365F31-78F7-4718-8D71-6DA7743260A8}" presName="spaceRect" presStyleCnt="0"/>
      <dgm:spPr/>
    </dgm:pt>
    <dgm:pt modelId="{7493AEA6-62D0-4AD0-980D-F39819F39547}" type="pres">
      <dgm:prSet presAssocID="{F9365F31-78F7-4718-8D71-6DA7743260A8}" presName="parTx" presStyleLbl="revTx" presStyleIdx="2" presStyleCnt="4">
        <dgm:presLayoutVars>
          <dgm:chMax val="0"/>
          <dgm:chPref val="0"/>
        </dgm:presLayoutVars>
      </dgm:prSet>
      <dgm:spPr/>
    </dgm:pt>
    <dgm:pt modelId="{AFD8A5AA-81AB-44CC-82FB-B8C9C435E764}" type="pres">
      <dgm:prSet presAssocID="{EB268128-D945-47B6-8952-925DDFD6310A}" presName="sibTrans" presStyleCnt="0"/>
      <dgm:spPr/>
    </dgm:pt>
    <dgm:pt modelId="{2CC7AD2E-BA38-4640-9BC7-9D8E795BD53A}" type="pres">
      <dgm:prSet presAssocID="{9CBDFCCB-9CE2-4F7B-831C-07309818CFEE}" presName="compNode" presStyleCnt="0"/>
      <dgm:spPr/>
    </dgm:pt>
    <dgm:pt modelId="{B43BF31F-E66E-47A9-9123-79273EB31F4C}" type="pres">
      <dgm:prSet presAssocID="{9CBDFCCB-9CE2-4F7B-831C-07309818CFEE}" presName="bgRect" presStyleLbl="bgShp" presStyleIdx="3" presStyleCnt="4"/>
      <dgm:spPr/>
    </dgm:pt>
    <dgm:pt modelId="{4D3C9486-BB35-402A-8192-2D424758200D}" type="pres">
      <dgm:prSet presAssocID="{9CBDFCCB-9CE2-4F7B-831C-07309818CFE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366D01D-5205-4C25-AFB6-B7D6D722F006}" type="pres">
      <dgm:prSet presAssocID="{9CBDFCCB-9CE2-4F7B-831C-07309818CFEE}" presName="spaceRect" presStyleCnt="0"/>
      <dgm:spPr/>
    </dgm:pt>
    <dgm:pt modelId="{87ABD35C-E934-446B-AD54-E9F27902466F}" type="pres">
      <dgm:prSet presAssocID="{9CBDFCCB-9CE2-4F7B-831C-07309818CFE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29CB838-4E2E-48DD-B143-CAFDD715343F}" type="presOf" srcId="{45586253-AD04-4D7B-B6FC-DDD39CBF5C5D}" destId="{64333353-8DA8-4606-B124-3C47B6F91CCB}" srcOrd="0" destOrd="0" presId="urn:microsoft.com/office/officeart/2018/2/layout/IconVerticalSolidList"/>
    <dgm:cxn modelId="{93ECC287-D122-48B4-B32A-89A4CF7B3AB3}" srcId="{45586253-AD04-4D7B-B6FC-DDD39CBF5C5D}" destId="{F9365F31-78F7-4718-8D71-6DA7743260A8}" srcOrd="2" destOrd="0" parTransId="{FED098A4-C234-4306-A43D-3B04145F826E}" sibTransId="{EB268128-D945-47B6-8952-925DDFD6310A}"/>
    <dgm:cxn modelId="{59467488-5A13-4FFC-82B9-B21091AF348D}" srcId="{45586253-AD04-4D7B-B6FC-DDD39CBF5C5D}" destId="{13E91034-5A4A-4DE4-8AE4-187EE163D422}" srcOrd="0" destOrd="0" parTransId="{519F8D1E-93B4-4D7F-B2C1-616FB02023DE}" sibTransId="{B001CE7D-1E8F-4A3A-9DC5-0E17CC517240}"/>
    <dgm:cxn modelId="{3714928F-3892-4527-8813-E14920DD5430}" srcId="{45586253-AD04-4D7B-B6FC-DDD39CBF5C5D}" destId="{9CBDFCCB-9CE2-4F7B-831C-07309818CFEE}" srcOrd="3" destOrd="0" parTransId="{96BE55A3-6737-4FAA-9AE6-2BFC5C91C028}" sibTransId="{47922FE6-DC0D-4604-AB22-D08C54281EA0}"/>
    <dgm:cxn modelId="{972D5ABB-C2B3-45EA-901F-8AA46D60E6D5}" type="presOf" srcId="{F9365F31-78F7-4718-8D71-6DA7743260A8}" destId="{7493AEA6-62D0-4AD0-980D-F39819F39547}" srcOrd="0" destOrd="0" presId="urn:microsoft.com/office/officeart/2018/2/layout/IconVerticalSolidList"/>
    <dgm:cxn modelId="{8089CDBF-7823-42CC-8F57-F5E9249863E9}" type="presOf" srcId="{13E91034-5A4A-4DE4-8AE4-187EE163D422}" destId="{20EDA734-5772-4AA7-A7CA-D1D0E7298808}" srcOrd="0" destOrd="0" presId="urn:microsoft.com/office/officeart/2018/2/layout/IconVerticalSolidList"/>
    <dgm:cxn modelId="{556C18CC-F1C5-44EA-930F-A915F0B678A5}" type="presOf" srcId="{9C4ABAF6-348D-4C4A-8E53-30E650A80809}" destId="{5038D80F-21D3-43C5-BBC2-9168514FC1ED}" srcOrd="0" destOrd="0" presId="urn:microsoft.com/office/officeart/2018/2/layout/IconVerticalSolidList"/>
    <dgm:cxn modelId="{ED6C4BD2-E3FB-4F5A-853E-222FF42A120C}" type="presOf" srcId="{9CBDFCCB-9CE2-4F7B-831C-07309818CFEE}" destId="{87ABD35C-E934-446B-AD54-E9F27902466F}" srcOrd="0" destOrd="0" presId="urn:microsoft.com/office/officeart/2018/2/layout/IconVerticalSolidList"/>
    <dgm:cxn modelId="{DE2005D6-C965-46F1-B169-27F9F3F58977}" srcId="{45586253-AD04-4D7B-B6FC-DDD39CBF5C5D}" destId="{9C4ABAF6-348D-4C4A-8E53-30E650A80809}" srcOrd="1" destOrd="0" parTransId="{5E925456-867A-4F15-B15C-47F949B3FD50}" sibTransId="{65D98C60-6134-4A22-B69F-34351568B933}"/>
    <dgm:cxn modelId="{5E281D27-363F-4EB4-BD87-49872F543AA7}" type="presParOf" srcId="{64333353-8DA8-4606-B124-3C47B6F91CCB}" destId="{05471E54-103F-45E7-BDA8-1EB00102BFA6}" srcOrd="0" destOrd="0" presId="urn:microsoft.com/office/officeart/2018/2/layout/IconVerticalSolidList"/>
    <dgm:cxn modelId="{3C9A4670-6738-4B9E-BF4E-C7405637D31C}" type="presParOf" srcId="{05471E54-103F-45E7-BDA8-1EB00102BFA6}" destId="{5A01F97E-9D03-48A8-9286-4DB7778BF21B}" srcOrd="0" destOrd="0" presId="urn:microsoft.com/office/officeart/2018/2/layout/IconVerticalSolidList"/>
    <dgm:cxn modelId="{978D7B31-F057-440E-89A2-66F797512866}" type="presParOf" srcId="{05471E54-103F-45E7-BDA8-1EB00102BFA6}" destId="{E79E64B4-A328-4F85-837D-9FD0844E88E5}" srcOrd="1" destOrd="0" presId="urn:microsoft.com/office/officeart/2018/2/layout/IconVerticalSolidList"/>
    <dgm:cxn modelId="{80713198-82D9-4115-B473-C4F4BC9A244D}" type="presParOf" srcId="{05471E54-103F-45E7-BDA8-1EB00102BFA6}" destId="{24A67B75-D4DB-491A-AB1A-AB48D14E806C}" srcOrd="2" destOrd="0" presId="urn:microsoft.com/office/officeart/2018/2/layout/IconVerticalSolidList"/>
    <dgm:cxn modelId="{4FE3508B-A223-404B-91CA-1539E5EBAB6C}" type="presParOf" srcId="{05471E54-103F-45E7-BDA8-1EB00102BFA6}" destId="{20EDA734-5772-4AA7-A7CA-D1D0E7298808}" srcOrd="3" destOrd="0" presId="urn:microsoft.com/office/officeart/2018/2/layout/IconVerticalSolidList"/>
    <dgm:cxn modelId="{15D6E8F7-7D64-4A73-B95F-8D9629AC8147}" type="presParOf" srcId="{64333353-8DA8-4606-B124-3C47B6F91CCB}" destId="{D89D8E66-180C-4D15-B398-73D243E18705}" srcOrd="1" destOrd="0" presId="urn:microsoft.com/office/officeart/2018/2/layout/IconVerticalSolidList"/>
    <dgm:cxn modelId="{6591A8CA-67BA-45FD-8766-FED7548F528B}" type="presParOf" srcId="{64333353-8DA8-4606-B124-3C47B6F91CCB}" destId="{A1260464-B67C-48FE-94E0-841B25F1E5DD}" srcOrd="2" destOrd="0" presId="urn:microsoft.com/office/officeart/2018/2/layout/IconVerticalSolidList"/>
    <dgm:cxn modelId="{7ED881AA-B37F-40E3-B7BE-EC7615CCAFD7}" type="presParOf" srcId="{A1260464-B67C-48FE-94E0-841B25F1E5DD}" destId="{5B82ADB3-C2E8-47BE-905A-76FEE29A3A0F}" srcOrd="0" destOrd="0" presId="urn:microsoft.com/office/officeart/2018/2/layout/IconVerticalSolidList"/>
    <dgm:cxn modelId="{C29377D9-6EFD-4869-AF81-081EB5732144}" type="presParOf" srcId="{A1260464-B67C-48FE-94E0-841B25F1E5DD}" destId="{D512BFD1-40DE-4782-A995-DD428DC8873A}" srcOrd="1" destOrd="0" presId="urn:microsoft.com/office/officeart/2018/2/layout/IconVerticalSolidList"/>
    <dgm:cxn modelId="{AC2E7FAF-6A5C-44BC-B347-5C6BED3138DB}" type="presParOf" srcId="{A1260464-B67C-48FE-94E0-841B25F1E5DD}" destId="{C61BFBBD-0433-4DD1-9D26-26D603513359}" srcOrd="2" destOrd="0" presId="urn:microsoft.com/office/officeart/2018/2/layout/IconVerticalSolidList"/>
    <dgm:cxn modelId="{425B5017-34AD-46C0-8836-AEF1BB1FABE1}" type="presParOf" srcId="{A1260464-B67C-48FE-94E0-841B25F1E5DD}" destId="{5038D80F-21D3-43C5-BBC2-9168514FC1ED}" srcOrd="3" destOrd="0" presId="urn:microsoft.com/office/officeart/2018/2/layout/IconVerticalSolidList"/>
    <dgm:cxn modelId="{DE7F869F-F3A6-42FA-A782-9840C6A0C0DB}" type="presParOf" srcId="{64333353-8DA8-4606-B124-3C47B6F91CCB}" destId="{9E44BA7B-E79E-47E1-8580-64A60054600D}" srcOrd="3" destOrd="0" presId="urn:microsoft.com/office/officeart/2018/2/layout/IconVerticalSolidList"/>
    <dgm:cxn modelId="{DAB5A579-379D-4639-8BCC-F8F639959002}" type="presParOf" srcId="{64333353-8DA8-4606-B124-3C47B6F91CCB}" destId="{232C5685-8B5A-44AB-93BD-49A58B1227C8}" srcOrd="4" destOrd="0" presId="urn:microsoft.com/office/officeart/2018/2/layout/IconVerticalSolidList"/>
    <dgm:cxn modelId="{06E39CF3-28D3-427E-A7D2-7B146973ABAE}" type="presParOf" srcId="{232C5685-8B5A-44AB-93BD-49A58B1227C8}" destId="{8538B1AC-B987-43A9-B19F-E31A406E860D}" srcOrd="0" destOrd="0" presId="urn:microsoft.com/office/officeart/2018/2/layout/IconVerticalSolidList"/>
    <dgm:cxn modelId="{38B298D2-EC50-4814-80FD-D931C9E338D1}" type="presParOf" srcId="{232C5685-8B5A-44AB-93BD-49A58B1227C8}" destId="{0BE03534-F890-470D-9698-A69F2AFB044A}" srcOrd="1" destOrd="0" presId="urn:microsoft.com/office/officeart/2018/2/layout/IconVerticalSolidList"/>
    <dgm:cxn modelId="{3F290CCC-135C-46B4-AD65-0A5471E06952}" type="presParOf" srcId="{232C5685-8B5A-44AB-93BD-49A58B1227C8}" destId="{1FE366B7-9BD6-485F-A520-BFA464BF40E2}" srcOrd="2" destOrd="0" presId="urn:microsoft.com/office/officeart/2018/2/layout/IconVerticalSolidList"/>
    <dgm:cxn modelId="{9AAEB015-A316-418D-83BC-DE26875F1669}" type="presParOf" srcId="{232C5685-8B5A-44AB-93BD-49A58B1227C8}" destId="{7493AEA6-62D0-4AD0-980D-F39819F39547}" srcOrd="3" destOrd="0" presId="urn:microsoft.com/office/officeart/2018/2/layout/IconVerticalSolidList"/>
    <dgm:cxn modelId="{9797D2E8-134E-4FFC-AB1E-D86B5AAA20A4}" type="presParOf" srcId="{64333353-8DA8-4606-B124-3C47B6F91CCB}" destId="{AFD8A5AA-81AB-44CC-82FB-B8C9C435E764}" srcOrd="5" destOrd="0" presId="urn:microsoft.com/office/officeart/2018/2/layout/IconVerticalSolidList"/>
    <dgm:cxn modelId="{A8523FC5-D6E3-4109-B74C-A05F96069144}" type="presParOf" srcId="{64333353-8DA8-4606-B124-3C47B6F91CCB}" destId="{2CC7AD2E-BA38-4640-9BC7-9D8E795BD53A}" srcOrd="6" destOrd="0" presId="urn:microsoft.com/office/officeart/2018/2/layout/IconVerticalSolidList"/>
    <dgm:cxn modelId="{F5E4C64B-B75E-43F6-8049-558A3F496D5E}" type="presParOf" srcId="{2CC7AD2E-BA38-4640-9BC7-9D8E795BD53A}" destId="{B43BF31F-E66E-47A9-9123-79273EB31F4C}" srcOrd="0" destOrd="0" presId="urn:microsoft.com/office/officeart/2018/2/layout/IconVerticalSolidList"/>
    <dgm:cxn modelId="{94D95D8C-BDC5-4C6B-9CE4-4C7095EDCEF7}" type="presParOf" srcId="{2CC7AD2E-BA38-4640-9BC7-9D8E795BD53A}" destId="{4D3C9486-BB35-402A-8192-2D424758200D}" srcOrd="1" destOrd="0" presId="urn:microsoft.com/office/officeart/2018/2/layout/IconVerticalSolidList"/>
    <dgm:cxn modelId="{93C57C23-18B5-4F15-9A41-E4F339F117CC}" type="presParOf" srcId="{2CC7AD2E-BA38-4640-9BC7-9D8E795BD53A}" destId="{6366D01D-5205-4C25-AFB6-B7D6D722F006}" srcOrd="2" destOrd="0" presId="urn:microsoft.com/office/officeart/2018/2/layout/IconVerticalSolidList"/>
    <dgm:cxn modelId="{A98817CD-87DB-4432-A6EA-9224F65297C4}" type="presParOf" srcId="{2CC7AD2E-BA38-4640-9BC7-9D8E795BD53A}" destId="{87ABD35C-E934-446B-AD54-E9F2790246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FF3A41-F656-4BAD-BFE6-A4934935ACAD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F1DD77C-6031-49D0-A1D2-A675C47B583D}">
      <dgm:prSet/>
      <dgm:spPr/>
      <dgm:t>
        <a:bodyPr/>
        <a:lstStyle/>
        <a:p>
          <a:r>
            <a:rPr lang="pt-BR" b="1"/>
            <a:t>Definir os nós</a:t>
          </a:r>
          <a:r>
            <a:rPr lang="pt-BR"/>
            <a:t>: escolher dispositivos, servidores, clientes ou roteadores envolvidos.</a:t>
          </a:r>
          <a:endParaRPr lang="en-US"/>
        </a:p>
      </dgm:t>
    </dgm:pt>
    <dgm:pt modelId="{E061CA0B-77A3-44AB-899D-F1394033876B}" type="parTrans" cxnId="{6242BECB-3D95-4A34-8F9C-2A8132969ABA}">
      <dgm:prSet/>
      <dgm:spPr/>
      <dgm:t>
        <a:bodyPr/>
        <a:lstStyle/>
        <a:p>
          <a:endParaRPr lang="en-US"/>
        </a:p>
      </dgm:t>
    </dgm:pt>
    <dgm:pt modelId="{833684B2-5C85-45B8-B081-758707660679}" type="sibTrans" cxnId="{6242BECB-3D95-4A34-8F9C-2A8132969ABA}">
      <dgm:prSet/>
      <dgm:spPr/>
      <dgm:t>
        <a:bodyPr/>
        <a:lstStyle/>
        <a:p>
          <a:endParaRPr lang="en-US"/>
        </a:p>
      </dgm:t>
    </dgm:pt>
    <dgm:pt modelId="{C898DA96-05AE-4DEE-8399-E261B29F2309}">
      <dgm:prSet/>
      <dgm:spPr/>
      <dgm:t>
        <a:bodyPr/>
        <a:lstStyle/>
        <a:p>
          <a:r>
            <a:rPr lang="pt-BR" b="1"/>
            <a:t>Configurar os enlaces</a:t>
          </a:r>
          <a:r>
            <a:rPr lang="pt-BR"/>
            <a:t>: especificar largura de banda, atraso, perdas e protocolos usados.</a:t>
          </a:r>
          <a:endParaRPr lang="en-US"/>
        </a:p>
      </dgm:t>
    </dgm:pt>
    <dgm:pt modelId="{A87B089E-6AD5-4A14-B194-ED09430D8222}" type="parTrans" cxnId="{E223E17B-B051-4749-B034-93824C44C5DE}">
      <dgm:prSet/>
      <dgm:spPr/>
      <dgm:t>
        <a:bodyPr/>
        <a:lstStyle/>
        <a:p>
          <a:endParaRPr lang="en-US"/>
        </a:p>
      </dgm:t>
    </dgm:pt>
    <dgm:pt modelId="{25293282-CD35-4569-8FB2-E3A8DCAB4F4E}" type="sibTrans" cxnId="{E223E17B-B051-4749-B034-93824C44C5DE}">
      <dgm:prSet/>
      <dgm:spPr/>
      <dgm:t>
        <a:bodyPr/>
        <a:lstStyle/>
        <a:p>
          <a:endParaRPr lang="en-US"/>
        </a:p>
      </dgm:t>
    </dgm:pt>
    <dgm:pt modelId="{63E07382-37B2-4853-9C73-D8FA71EF7F43}">
      <dgm:prSet/>
      <dgm:spPr/>
      <dgm:t>
        <a:bodyPr/>
        <a:lstStyle/>
        <a:p>
          <a:r>
            <a:rPr lang="pt-BR" b="1"/>
            <a:t>Caracterizar o tráfego</a:t>
          </a:r>
          <a:r>
            <a:rPr lang="pt-BR"/>
            <a:t>: determinar padrões de carga, como picos de acesso ou fluxo contínuo.</a:t>
          </a:r>
          <a:endParaRPr lang="en-US"/>
        </a:p>
      </dgm:t>
    </dgm:pt>
    <dgm:pt modelId="{3AD75B07-AB47-4F54-9BE0-C40E8F4CFE39}" type="parTrans" cxnId="{13E1BF02-2693-454B-B72A-853DCC00299C}">
      <dgm:prSet/>
      <dgm:spPr/>
      <dgm:t>
        <a:bodyPr/>
        <a:lstStyle/>
        <a:p>
          <a:endParaRPr lang="en-US"/>
        </a:p>
      </dgm:t>
    </dgm:pt>
    <dgm:pt modelId="{3942CAC2-3DDB-48A1-8453-EE011187F818}" type="sibTrans" cxnId="{13E1BF02-2693-454B-B72A-853DCC00299C}">
      <dgm:prSet/>
      <dgm:spPr/>
      <dgm:t>
        <a:bodyPr/>
        <a:lstStyle/>
        <a:p>
          <a:endParaRPr lang="en-US"/>
        </a:p>
      </dgm:t>
    </dgm:pt>
    <dgm:pt modelId="{CCC6C45C-EB00-4AAE-9738-C9ADB1FF4D3A}">
      <dgm:prSet/>
      <dgm:spPr/>
      <dgm:t>
        <a:bodyPr/>
        <a:lstStyle/>
        <a:p>
          <a:r>
            <a:rPr lang="pt-BR" b="1"/>
            <a:t>Organizar o escalonamento</a:t>
          </a:r>
          <a:r>
            <a:rPr lang="pt-BR"/>
            <a:t>: definir ordem e tempo de execução dos eventos.</a:t>
          </a:r>
          <a:endParaRPr lang="en-US"/>
        </a:p>
      </dgm:t>
    </dgm:pt>
    <dgm:pt modelId="{3413DBBE-3789-45E0-ACA5-CBB91F482F51}" type="parTrans" cxnId="{1E4D6E24-6844-459C-86E4-33D9E7F6DC2F}">
      <dgm:prSet/>
      <dgm:spPr/>
      <dgm:t>
        <a:bodyPr/>
        <a:lstStyle/>
        <a:p>
          <a:endParaRPr lang="en-US"/>
        </a:p>
      </dgm:t>
    </dgm:pt>
    <dgm:pt modelId="{673C1479-736B-4CAC-B1D7-D5C810E67C84}" type="sibTrans" cxnId="{1E4D6E24-6844-459C-86E4-33D9E7F6DC2F}">
      <dgm:prSet/>
      <dgm:spPr/>
      <dgm:t>
        <a:bodyPr/>
        <a:lstStyle/>
        <a:p>
          <a:endParaRPr lang="en-US"/>
        </a:p>
      </dgm:t>
    </dgm:pt>
    <dgm:pt modelId="{432F18C1-09EB-4E37-A83C-DFAED3CAD7E7}">
      <dgm:prSet/>
      <dgm:spPr/>
      <dgm:t>
        <a:bodyPr/>
        <a:lstStyle/>
        <a:p>
          <a:r>
            <a:rPr lang="pt-BR" b="1"/>
            <a:t>Planejar adversidades</a:t>
          </a:r>
          <a:r>
            <a:rPr lang="pt-BR"/>
            <a:t>: prever falhas, interrupções ou sobrecargas para avaliar resiliência.</a:t>
          </a:r>
          <a:endParaRPr lang="en-US"/>
        </a:p>
      </dgm:t>
    </dgm:pt>
    <dgm:pt modelId="{FFC0FBFD-D40E-44B4-AA90-10EF092E536E}" type="parTrans" cxnId="{03B80129-1F47-4B76-8B06-893B7AA17F55}">
      <dgm:prSet/>
      <dgm:spPr/>
      <dgm:t>
        <a:bodyPr/>
        <a:lstStyle/>
        <a:p>
          <a:endParaRPr lang="en-US"/>
        </a:p>
      </dgm:t>
    </dgm:pt>
    <dgm:pt modelId="{5B591B54-7671-4FA1-B03E-0FD2C2D5AC95}" type="sibTrans" cxnId="{03B80129-1F47-4B76-8B06-893B7AA17F55}">
      <dgm:prSet/>
      <dgm:spPr/>
      <dgm:t>
        <a:bodyPr/>
        <a:lstStyle/>
        <a:p>
          <a:endParaRPr lang="en-US"/>
        </a:p>
      </dgm:t>
    </dgm:pt>
    <dgm:pt modelId="{8697D9A9-9BAE-4F04-815C-DF2C33F60069}" type="pres">
      <dgm:prSet presAssocID="{9CFF3A41-F656-4BAD-BFE6-A4934935ACAD}" presName="vert0" presStyleCnt="0">
        <dgm:presLayoutVars>
          <dgm:dir/>
          <dgm:animOne val="branch"/>
          <dgm:animLvl val="lvl"/>
        </dgm:presLayoutVars>
      </dgm:prSet>
      <dgm:spPr/>
    </dgm:pt>
    <dgm:pt modelId="{1009DC5A-F255-4BB3-9E36-D10AA12ADBF6}" type="pres">
      <dgm:prSet presAssocID="{9F1DD77C-6031-49D0-A1D2-A675C47B583D}" presName="thickLine" presStyleLbl="alignNode1" presStyleIdx="0" presStyleCnt="5"/>
      <dgm:spPr/>
    </dgm:pt>
    <dgm:pt modelId="{E6582690-8EA4-4FF9-9ACD-A48747960A5C}" type="pres">
      <dgm:prSet presAssocID="{9F1DD77C-6031-49D0-A1D2-A675C47B583D}" presName="horz1" presStyleCnt="0"/>
      <dgm:spPr/>
    </dgm:pt>
    <dgm:pt modelId="{01A2D122-54B4-45C5-B20C-9FA5963DB8AE}" type="pres">
      <dgm:prSet presAssocID="{9F1DD77C-6031-49D0-A1D2-A675C47B583D}" presName="tx1" presStyleLbl="revTx" presStyleIdx="0" presStyleCnt="5"/>
      <dgm:spPr/>
    </dgm:pt>
    <dgm:pt modelId="{2CA77495-9CB6-4692-8ED9-00BEF14D65FB}" type="pres">
      <dgm:prSet presAssocID="{9F1DD77C-6031-49D0-A1D2-A675C47B583D}" presName="vert1" presStyleCnt="0"/>
      <dgm:spPr/>
    </dgm:pt>
    <dgm:pt modelId="{6C7A1E4A-4764-4F5D-B43F-51846F0E2360}" type="pres">
      <dgm:prSet presAssocID="{C898DA96-05AE-4DEE-8399-E261B29F2309}" presName="thickLine" presStyleLbl="alignNode1" presStyleIdx="1" presStyleCnt="5"/>
      <dgm:spPr/>
    </dgm:pt>
    <dgm:pt modelId="{89F1AEC9-5CF6-4121-A323-955819B8ED3D}" type="pres">
      <dgm:prSet presAssocID="{C898DA96-05AE-4DEE-8399-E261B29F2309}" presName="horz1" presStyleCnt="0"/>
      <dgm:spPr/>
    </dgm:pt>
    <dgm:pt modelId="{FEDEB7C5-0F17-44BE-BF22-DC33417147A8}" type="pres">
      <dgm:prSet presAssocID="{C898DA96-05AE-4DEE-8399-E261B29F2309}" presName="tx1" presStyleLbl="revTx" presStyleIdx="1" presStyleCnt="5"/>
      <dgm:spPr/>
    </dgm:pt>
    <dgm:pt modelId="{31CD808D-18AA-41A8-9866-F40FBEF9A479}" type="pres">
      <dgm:prSet presAssocID="{C898DA96-05AE-4DEE-8399-E261B29F2309}" presName="vert1" presStyleCnt="0"/>
      <dgm:spPr/>
    </dgm:pt>
    <dgm:pt modelId="{4AC2B0C4-1677-4604-9878-841B1CFC9251}" type="pres">
      <dgm:prSet presAssocID="{63E07382-37B2-4853-9C73-D8FA71EF7F43}" presName="thickLine" presStyleLbl="alignNode1" presStyleIdx="2" presStyleCnt="5"/>
      <dgm:spPr/>
    </dgm:pt>
    <dgm:pt modelId="{D31DF3AB-8869-493F-B146-42BF406CCCF5}" type="pres">
      <dgm:prSet presAssocID="{63E07382-37B2-4853-9C73-D8FA71EF7F43}" presName="horz1" presStyleCnt="0"/>
      <dgm:spPr/>
    </dgm:pt>
    <dgm:pt modelId="{7EF88D70-7DC3-4439-BE77-BDCDE0A31F5D}" type="pres">
      <dgm:prSet presAssocID="{63E07382-37B2-4853-9C73-D8FA71EF7F43}" presName="tx1" presStyleLbl="revTx" presStyleIdx="2" presStyleCnt="5"/>
      <dgm:spPr/>
    </dgm:pt>
    <dgm:pt modelId="{C3554D2F-5C8F-4F26-801F-D726E01BE3CE}" type="pres">
      <dgm:prSet presAssocID="{63E07382-37B2-4853-9C73-D8FA71EF7F43}" presName="vert1" presStyleCnt="0"/>
      <dgm:spPr/>
    </dgm:pt>
    <dgm:pt modelId="{C4AD6CE7-0255-475E-B0A2-7FEB14F6792C}" type="pres">
      <dgm:prSet presAssocID="{CCC6C45C-EB00-4AAE-9738-C9ADB1FF4D3A}" presName="thickLine" presStyleLbl="alignNode1" presStyleIdx="3" presStyleCnt="5"/>
      <dgm:spPr/>
    </dgm:pt>
    <dgm:pt modelId="{A95D8F7A-2BB5-45FC-95EC-AED5E4B64470}" type="pres">
      <dgm:prSet presAssocID="{CCC6C45C-EB00-4AAE-9738-C9ADB1FF4D3A}" presName="horz1" presStyleCnt="0"/>
      <dgm:spPr/>
    </dgm:pt>
    <dgm:pt modelId="{473FA494-49CE-4F1F-9AC3-9260B71484F4}" type="pres">
      <dgm:prSet presAssocID="{CCC6C45C-EB00-4AAE-9738-C9ADB1FF4D3A}" presName="tx1" presStyleLbl="revTx" presStyleIdx="3" presStyleCnt="5"/>
      <dgm:spPr/>
    </dgm:pt>
    <dgm:pt modelId="{D73BE2E0-977C-44F9-B392-90AFAA1A613C}" type="pres">
      <dgm:prSet presAssocID="{CCC6C45C-EB00-4AAE-9738-C9ADB1FF4D3A}" presName="vert1" presStyleCnt="0"/>
      <dgm:spPr/>
    </dgm:pt>
    <dgm:pt modelId="{14E417E9-B1DB-4815-BCE5-BA6B7D319C44}" type="pres">
      <dgm:prSet presAssocID="{432F18C1-09EB-4E37-A83C-DFAED3CAD7E7}" presName="thickLine" presStyleLbl="alignNode1" presStyleIdx="4" presStyleCnt="5"/>
      <dgm:spPr/>
    </dgm:pt>
    <dgm:pt modelId="{4AFE75BB-111F-4586-AF13-C878170D8EB9}" type="pres">
      <dgm:prSet presAssocID="{432F18C1-09EB-4E37-A83C-DFAED3CAD7E7}" presName="horz1" presStyleCnt="0"/>
      <dgm:spPr/>
    </dgm:pt>
    <dgm:pt modelId="{D6DB69E8-887D-4E26-B572-6CDA43EE7248}" type="pres">
      <dgm:prSet presAssocID="{432F18C1-09EB-4E37-A83C-DFAED3CAD7E7}" presName="tx1" presStyleLbl="revTx" presStyleIdx="4" presStyleCnt="5"/>
      <dgm:spPr/>
    </dgm:pt>
    <dgm:pt modelId="{5F130A06-C663-43F0-9821-376B456B6103}" type="pres">
      <dgm:prSet presAssocID="{432F18C1-09EB-4E37-A83C-DFAED3CAD7E7}" presName="vert1" presStyleCnt="0"/>
      <dgm:spPr/>
    </dgm:pt>
  </dgm:ptLst>
  <dgm:cxnLst>
    <dgm:cxn modelId="{1A6DFD01-A37F-4E81-A832-85E8A1792593}" type="presOf" srcId="{9F1DD77C-6031-49D0-A1D2-A675C47B583D}" destId="{01A2D122-54B4-45C5-B20C-9FA5963DB8AE}" srcOrd="0" destOrd="0" presId="urn:microsoft.com/office/officeart/2008/layout/LinedList"/>
    <dgm:cxn modelId="{13E1BF02-2693-454B-B72A-853DCC00299C}" srcId="{9CFF3A41-F656-4BAD-BFE6-A4934935ACAD}" destId="{63E07382-37B2-4853-9C73-D8FA71EF7F43}" srcOrd="2" destOrd="0" parTransId="{3AD75B07-AB47-4F54-9BE0-C40E8F4CFE39}" sibTransId="{3942CAC2-3DDB-48A1-8453-EE011187F818}"/>
    <dgm:cxn modelId="{1E4D6E24-6844-459C-86E4-33D9E7F6DC2F}" srcId="{9CFF3A41-F656-4BAD-BFE6-A4934935ACAD}" destId="{CCC6C45C-EB00-4AAE-9738-C9ADB1FF4D3A}" srcOrd="3" destOrd="0" parTransId="{3413DBBE-3789-45E0-ACA5-CBB91F482F51}" sibTransId="{673C1479-736B-4CAC-B1D7-D5C810E67C84}"/>
    <dgm:cxn modelId="{03B80129-1F47-4B76-8B06-893B7AA17F55}" srcId="{9CFF3A41-F656-4BAD-BFE6-A4934935ACAD}" destId="{432F18C1-09EB-4E37-A83C-DFAED3CAD7E7}" srcOrd="4" destOrd="0" parTransId="{FFC0FBFD-D40E-44B4-AA90-10EF092E536E}" sibTransId="{5B591B54-7671-4FA1-B03E-0FD2C2D5AC95}"/>
    <dgm:cxn modelId="{9683913A-ABBE-4A73-81C5-FDCE39E5F7AE}" type="presOf" srcId="{CCC6C45C-EB00-4AAE-9738-C9ADB1FF4D3A}" destId="{473FA494-49CE-4F1F-9AC3-9260B71484F4}" srcOrd="0" destOrd="0" presId="urn:microsoft.com/office/officeart/2008/layout/LinedList"/>
    <dgm:cxn modelId="{07D55246-7CAA-443D-8B83-7AAED5EAA2EB}" type="presOf" srcId="{9CFF3A41-F656-4BAD-BFE6-A4934935ACAD}" destId="{8697D9A9-9BAE-4F04-815C-DF2C33F60069}" srcOrd="0" destOrd="0" presId="urn:microsoft.com/office/officeart/2008/layout/LinedList"/>
    <dgm:cxn modelId="{D7393056-A830-443D-922A-88F7225D5E42}" type="presOf" srcId="{63E07382-37B2-4853-9C73-D8FA71EF7F43}" destId="{7EF88D70-7DC3-4439-BE77-BDCDE0A31F5D}" srcOrd="0" destOrd="0" presId="urn:microsoft.com/office/officeart/2008/layout/LinedList"/>
    <dgm:cxn modelId="{E223E17B-B051-4749-B034-93824C44C5DE}" srcId="{9CFF3A41-F656-4BAD-BFE6-A4934935ACAD}" destId="{C898DA96-05AE-4DEE-8399-E261B29F2309}" srcOrd="1" destOrd="0" parTransId="{A87B089E-6AD5-4A14-B194-ED09430D8222}" sibTransId="{25293282-CD35-4569-8FB2-E3A8DCAB4F4E}"/>
    <dgm:cxn modelId="{6242BECB-3D95-4A34-8F9C-2A8132969ABA}" srcId="{9CFF3A41-F656-4BAD-BFE6-A4934935ACAD}" destId="{9F1DD77C-6031-49D0-A1D2-A675C47B583D}" srcOrd="0" destOrd="0" parTransId="{E061CA0B-77A3-44AB-899D-F1394033876B}" sibTransId="{833684B2-5C85-45B8-B081-758707660679}"/>
    <dgm:cxn modelId="{D1C589D5-5D76-4B33-97D5-BBDB5208DB91}" type="presOf" srcId="{C898DA96-05AE-4DEE-8399-E261B29F2309}" destId="{FEDEB7C5-0F17-44BE-BF22-DC33417147A8}" srcOrd="0" destOrd="0" presId="urn:microsoft.com/office/officeart/2008/layout/LinedList"/>
    <dgm:cxn modelId="{52F1D1DC-B0FA-46DB-8C5C-5ADDD221EB96}" type="presOf" srcId="{432F18C1-09EB-4E37-A83C-DFAED3CAD7E7}" destId="{D6DB69E8-887D-4E26-B572-6CDA43EE7248}" srcOrd="0" destOrd="0" presId="urn:microsoft.com/office/officeart/2008/layout/LinedList"/>
    <dgm:cxn modelId="{3B35BEB0-B8B2-472A-992C-CCDC73EDD314}" type="presParOf" srcId="{8697D9A9-9BAE-4F04-815C-DF2C33F60069}" destId="{1009DC5A-F255-4BB3-9E36-D10AA12ADBF6}" srcOrd="0" destOrd="0" presId="urn:microsoft.com/office/officeart/2008/layout/LinedList"/>
    <dgm:cxn modelId="{7A0569B5-5BCB-4A27-A709-33E89F8C5B2F}" type="presParOf" srcId="{8697D9A9-9BAE-4F04-815C-DF2C33F60069}" destId="{E6582690-8EA4-4FF9-9ACD-A48747960A5C}" srcOrd="1" destOrd="0" presId="urn:microsoft.com/office/officeart/2008/layout/LinedList"/>
    <dgm:cxn modelId="{A615B545-540F-4379-A41A-4792B8A90BDA}" type="presParOf" srcId="{E6582690-8EA4-4FF9-9ACD-A48747960A5C}" destId="{01A2D122-54B4-45C5-B20C-9FA5963DB8AE}" srcOrd="0" destOrd="0" presId="urn:microsoft.com/office/officeart/2008/layout/LinedList"/>
    <dgm:cxn modelId="{4CEB1F26-245A-4B89-882B-FB119931D650}" type="presParOf" srcId="{E6582690-8EA4-4FF9-9ACD-A48747960A5C}" destId="{2CA77495-9CB6-4692-8ED9-00BEF14D65FB}" srcOrd="1" destOrd="0" presId="urn:microsoft.com/office/officeart/2008/layout/LinedList"/>
    <dgm:cxn modelId="{24FAA84D-3BE3-4FE0-9E2C-9CA607B3AD92}" type="presParOf" srcId="{8697D9A9-9BAE-4F04-815C-DF2C33F60069}" destId="{6C7A1E4A-4764-4F5D-B43F-51846F0E2360}" srcOrd="2" destOrd="0" presId="urn:microsoft.com/office/officeart/2008/layout/LinedList"/>
    <dgm:cxn modelId="{8C511B30-6408-4D61-9D7C-B388A291546D}" type="presParOf" srcId="{8697D9A9-9BAE-4F04-815C-DF2C33F60069}" destId="{89F1AEC9-5CF6-4121-A323-955819B8ED3D}" srcOrd="3" destOrd="0" presId="urn:microsoft.com/office/officeart/2008/layout/LinedList"/>
    <dgm:cxn modelId="{2CBB32E2-4527-4EEA-8E8C-B874B17AD104}" type="presParOf" srcId="{89F1AEC9-5CF6-4121-A323-955819B8ED3D}" destId="{FEDEB7C5-0F17-44BE-BF22-DC33417147A8}" srcOrd="0" destOrd="0" presId="urn:microsoft.com/office/officeart/2008/layout/LinedList"/>
    <dgm:cxn modelId="{AAAC55A2-D7AD-49B5-B3B6-6E49C7E6DC11}" type="presParOf" srcId="{89F1AEC9-5CF6-4121-A323-955819B8ED3D}" destId="{31CD808D-18AA-41A8-9866-F40FBEF9A479}" srcOrd="1" destOrd="0" presId="urn:microsoft.com/office/officeart/2008/layout/LinedList"/>
    <dgm:cxn modelId="{0EBEA2E8-5218-47ED-A567-88A2723D0BAC}" type="presParOf" srcId="{8697D9A9-9BAE-4F04-815C-DF2C33F60069}" destId="{4AC2B0C4-1677-4604-9878-841B1CFC9251}" srcOrd="4" destOrd="0" presId="urn:microsoft.com/office/officeart/2008/layout/LinedList"/>
    <dgm:cxn modelId="{DA3464AE-5611-44C4-A9FE-1CEE3B5C69D6}" type="presParOf" srcId="{8697D9A9-9BAE-4F04-815C-DF2C33F60069}" destId="{D31DF3AB-8869-493F-B146-42BF406CCCF5}" srcOrd="5" destOrd="0" presId="urn:microsoft.com/office/officeart/2008/layout/LinedList"/>
    <dgm:cxn modelId="{3A964FA4-4BE0-4232-8D1D-5AD6674902AD}" type="presParOf" srcId="{D31DF3AB-8869-493F-B146-42BF406CCCF5}" destId="{7EF88D70-7DC3-4439-BE77-BDCDE0A31F5D}" srcOrd="0" destOrd="0" presId="urn:microsoft.com/office/officeart/2008/layout/LinedList"/>
    <dgm:cxn modelId="{88449770-9E21-437A-9BB5-510E7DC34420}" type="presParOf" srcId="{D31DF3AB-8869-493F-B146-42BF406CCCF5}" destId="{C3554D2F-5C8F-4F26-801F-D726E01BE3CE}" srcOrd="1" destOrd="0" presId="urn:microsoft.com/office/officeart/2008/layout/LinedList"/>
    <dgm:cxn modelId="{F2179C32-A0F6-4F00-9A5E-F2E5BD07A06E}" type="presParOf" srcId="{8697D9A9-9BAE-4F04-815C-DF2C33F60069}" destId="{C4AD6CE7-0255-475E-B0A2-7FEB14F6792C}" srcOrd="6" destOrd="0" presId="urn:microsoft.com/office/officeart/2008/layout/LinedList"/>
    <dgm:cxn modelId="{2F3BD208-4EAA-49BE-BD34-627A7292622A}" type="presParOf" srcId="{8697D9A9-9BAE-4F04-815C-DF2C33F60069}" destId="{A95D8F7A-2BB5-45FC-95EC-AED5E4B64470}" srcOrd="7" destOrd="0" presId="urn:microsoft.com/office/officeart/2008/layout/LinedList"/>
    <dgm:cxn modelId="{225397F2-ECF8-4D15-9B04-2D82AD6C5D47}" type="presParOf" srcId="{A95D8F7A-2BB5-45FC-95EC-AED5E4B64470}" destId="{473FA494-49CE-4F1F-9AC3-9260B71484F4}" srcOrd="0" destOrd="0" presId="urn:microsoft.com/office/officeart/2008/layout/LinedList"/>
    <dgm:cxn modelId="{A513B9BE-506F-4409-84F7-FEE7ED3CC604}" type="presParOf" srcId="{A95D8F7A-2BB5-45FC-95EC-AED5E4B64470}" destId="{D73BE2E0-977C-44F9-B392-90AFAA1A613C}" srcOrd="1" destOrd="0" presId="urn:microsoft.com/office/officeart/2008/layout/LinedList"/>
    <dgm:cxn modelId="{B8A2D6EF-4270-4F9E-B3D7-A59EA5C7CE55}" type="presParOf" srcId="{8697D9A9-9BAE-4F04-815C-DF2C33F60069}" destId="{14E417E9-B1DB-4815-BCE5-BA6B7D319C44}" srcOrd="8" destOrd="0" presId="urn:microsoft.com/office/officeart/2008/layout/LinedList"/>
    <dgm:cxn modelId="{B27E236D-0612-4825-8AEE-2947ABB7C506}" type="presParOf" srcId="{8697D9A9-9BAE-4F04-815C-DF2C33F60069}" destId="{4AFE75BB-111F-4586-AF13-C878170D8EB9}" srcOrd="9" destOrd="0" presId="urn:microsoft.com/office/officeart/2008/layout/LinedList"/>
    <dgm:cxn modelId="{78442ED8-9E47-4A10-82B1-FA549BBF11DB}" type="presParOf" srcId="{4AFE75BB-111F-4586-AF13-C878170D8EB9}" destId="{D6DB69E8-887D-4E26-B572-6CDA43EE7248}" srcOrd="0" destOrd="0" presId="urn:microsoft.com/office/officeart/2008/layout/LinedList"/>
    <dgm:cxn modelId="{CAB0DB94-0896-4A0F-9B24-4332DE34F3F8}" type="presParOf" srcId="{4AFE75BB-111F-4586-AF13-C878170D8EB9}" destId="{5F130A06-C663-43F0-9821-376B456B610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3F426E-C41D-4AEC-872B-09A5D0731E7F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84CE67F-CF1C-40E4-B70A-E327C47B09D2}">
      <dgm:prSet/>
      <dgm:spPr/>
      <dgm:t>
        <a:bodyPr/>
        <a:lstStyle/>
        <a:p>
          <a:r>
            <a:rPr lang="pt-BR" b="1" i="0" baseline="0"/>
            <a:t>Enlaces</a:t>
          </a:r>
          <a:r>
            <a:rPr lang="pt-BR" b="0" i="0" baseline="0"/>
            <a:t> definem como os nós estão interconectados.</a:t>
          </a:r>
          <a:endParaRPr lang="en-US"/>
        </a:p>
      </dgm:t>
    </dgm:pt>
    <dgm:pt modelId="{4D0C6AA9-2720-44BF-A20B-D9755DE1A49F}" type="parTrans" cxnId="{AEECFE4A-782A-4171-9E2E-DC3E3B71CC82}">
      <dgm:prSet/>
      <dgm:spPr/>
      <dgm:t>
        <a:bodyPr/>
        <a:lstStyle/>
        <a:p>
          <a:endParaRPr lang="en-US"/>
        </a:p>
      </dgm:t>
    </dgm:pt>
    <dgm:pt modelId="{A3D00E39-08F7-4511-9CDE-D4A79DC385E1}" type="sibTrans" cxnId="{AEECFE4A-782A-4171-9E2E-DC3E3B71CC82}">
      <dgm:prSet/>
      <dgm:spPr/>
      <dgm:t>
        <a:bodyPr/>
        <a:lstStyle/>
        <a:p>
          <a:endParaRPr lang="en-US"/>
        </a:p>
      </dgm:t>
    </dgm:pt>
    <dgm:pt modelId="{7C3774B1-8E42-415F-BCE0-9644963144D6}">
      <dgm:prSet/>
      <dgm:spPr/>
      <dgm:t>
        <a:bodyPr/>
        <a:lstStyle/>
        <a:p>
          <a:r>
            <a:rPr lang="pt-BR" b="0" i="0" baseline="0"/>
            <a:t>Parâmetros principais:</a:t>
          </a:r>
          <a:endParaRPr lang="en-US"/>
        </a:p>
      </dgm:t>
    </dgm:pt>
    <dgm:pt modelId="{E3189C16-B943-4535-AD5C-4ADB80EF9A9F}" type="parTrans" cxnId="{639789BF-BA37-4B72-8EB3-F8AB932CE637}">
      <dgm:prSet/>
      <dgm:spPr/>
      <dgm:t>
        <a:bodyPr/>
        <a:lstStyle/>
        <a:p>
          <a:endParaRPr lang="en-US"/>
        </a:p>
      </dgm:t>
    </dgm:pt>
    <dgm:pt modelId="{269F1FD6-45B6-4EEC-B50A-7B1CB199EAE1}" type="sibTrans" cxnId="{639789BF-BA37-4B72-8EB3-F8AB932CE637}">
      <dgm:prSet/>
      <dgm:spPr/>
      <dgm:t>
        <a:bodyPr/>
        <a:lstStyle/>
        <a:p>
          <a:endParaRPr lang="en-US"/>
        </a:p>
      </dgm:t>
    </dgm:pt>
    <dgm:pt modelId="{4A18F5DE-A2E1-4F15-B28D-67CE779C3A89}">
      <dgm:prSet/>
      <dgm:spPr/>
      <dgm:t>
        <a:bodyPr/>
        <a:lstStyle/>
        <a:p>
          <a:r>
            <a:rPr lang="pt-BR" b="1" i="0" baseline="0"/>
            <a:t>Largura de banda</a:t>
          </a:r>
          <a:r>
            <a:rPr lang="pt-BR" b="0" i="0" baseline="0"/>
            <a:t>: capacidade máxima de transmissão (ex.: 100 Mbps, 1 Gbps).</a:t>
          </a:r>
          <a:endParaRPr lang="en-US"/>
        </a:p>
      </dgm:t>
    </dgm:pt>
    <dgm:pt modelId="{9B902AED-E6C3-4705-BF1D-6F16EBF3DB2A}" type="parTrans" cxnId="{0CBC0F47-EDD1-4A5A-A08E-341FAA9DF42E}">
      <dgm:prSet/>
      <dgm:spPr/>
      <dgm:t>
        <a:bodyPr/>
        <a:lstStyle/>
        <a:p>
          <a:endParaRPr lang="en-US"/>
        </a:p>
      </dgm:t>
    </dgm:pt>
    <dgm:pt modelId="{B0936275-5213-4D2C-81B4-DAA307F23A74}" type="sibTrans" cxnId="{0CBC0F47-EDD1-4A5A-A08E-341FAA9DF42E}">
      <dgm:prSet/>
      <dgm:spPr/>
      <dgm:t>
        <a:bodyPr/>
        <a:lstStyle/>
        <a:p>
          <a:endParaRPr lang="en-US"/>
        </a:p>
      </dgm:t>
    </dgm:pt>
    <dgm:pt modelId="{51D9EC17-C900-4C36-B8DC-CB35CD10AD10}">
      <dgm:prSet/>
      <dgm:spPr/>
      <dgm:t>
        <a:bodyPr/>
        <a:lstStyle/>
        <a:p>
          <a:r>
            <a:rPr lang="pt-BR" b="1" i="0" baseline="0"/>
            <a:t>Atraso (delay)</a:t>
          </a:r>
          <a:r>
            <a:rPr lang="pt-BR" b="0" i="0" baseline="0"/>
            <a:t>: tempo para um pacote percorrer o enlace.</a:t>
          </a:r>
          <a:endParaRPr lang="en-US"/>
        </a:p>
      </dgm:t>
    </dgm:pt>
    <dgm:pt modelId="{21FBDF5D-4BAC-4B9B-BC23-AF61A580B404}" type="parTrans" cxnId="{9A2274FC-5FBF-4813-A20B-5027F4F358E9}">
      <dgm:prSet/>
      <dgm:spPr/>
      <dgm:t>
        <a:bodyPr/>
        <a:lstStyle/>
        <a:p>
          <a:endParaRPr lang="en-US"/>
        </a:p>
      </dgm:t>
    </dgm:pt>
    <dgm:pt modelId="{05DF52E2-4980-4558-BB6C-B3D4FFED9AC6}" type="sibTrans" cxnId="{9A2274FC-5FBF-4813-A20B-5027F4F358E9}">
      <dgm:prSet/>
      <dgm:spPr/>
      <dgm:t>
        <a:bodyPr/>
        <a:lstStyle/>
        <a:p>
          <a:endParaRPr lang="en-US"/>
        </a:p>
      </dgm:t>
    </dgm:pt>
    <dgm:pt modelId="{680E3AED-51A3-416D-96CF-DA6DE0A5D28B}">
      <dgm:prSet/>
      <dgm:spPr/>
      <dgm:t>
        <a:bodyPr/>
        <a:lstStyle/>
        <a:p>
          <a:r>
            <a:rPr lang="pt-BR" b="1" i="0" baseline="0"/>
            <a:t>Taxa de perda</a:t>
          </a:r>
          <a:r>
            <a:rPr lang="pt-BR" b="0" i="0" baseline="0"/>
            <a:t>: percentual de pacotes descartados.</a:t>
          </a:r>
          <a:endParaRPr lang="en-US"/>
        </a:p>
      </dgm:t>
    </dgm:pt>
    <dgm:pt modelId="{B07998AF-2C8D-4C88-AC53-3318279DBE96}" type="parTrans" cxnId="{08E623E9-D6A8-48BA-8202-4B22FEA35F4C}">
      <dgm:prSet/>
      <dgm:spPr/>
      <dgm:t>
        <a:bodyPr/>
        <a:lstStyle/>
        <a:p>
          <a:endParaRPr lang="en-US"/>
        </a:p>
      </dgm:t>
    </dgm:pt>
    <dgm:pt modelId="{7CF421B8-E8D1-44DA-A749-8E3842F2092D}" type="sibTrans" cxnId="{08E623E9-D6A8-48BA-8202-4B22FEA35F4C}">
      <dgm:prSet/>
      <dgm:spPr/>
      <dgm:t>
        <a:bodyPr/>
        <a:lstStyle/>
        <a:p>
          <a:endParaRPr lang="en-US"/>
        </a:p>
      </dgm:t>
    </dgm:pt>
    <dgm:pt modelId="{3F07841F-28BD-4CB5-80C0-00A9D1025ABC}">
      <dgm:prSet/>
      <dgm:spPr/>
      <dgm:t>
        <a:bodyPr/>
        <a:lstStyle/>
        <a:p>
          <a:r>
            <a:rPr lang="pt-BR" b="1" i="0" baseline="0"/>
            <a:t>Protocolos</a:t>
          </a:r>
          <a:r>
            <a:rPr lang="pt-BR" b="0" i="0" baseline="0"/>
            <a:t>: escolha do protocolo de enlace ou transporte (TCP, UDP).</a:t>
          </a:r>
          <a:endParaRPr lang="en-US"/>
        </a:p>
      </dgm:t>
    </dgm:pt>
    <dgm:pt modelId="{5C749DFF-DD55-4796-A0BF-C46DC029E21E}" type="parTrans" cxnId="{D8421256-8418-4F84-806D-222B220F19B0}">
      <dgm:prSet/>
      <dgm:spPr/>
      <dgm:t>
        <a:bodyPr/>
        <a:lstStyle/>
        <a:p>
          <a:endParaRPr lang="en-US"/>
        </a:p>
      </dgm:t>
    </dgm:pt>
    <dgm:pt modelId="{078B2F7A-F901-4D0E-A3E5-E212BFEFD1D2}" type="sibTrans" cxnId="{D8421256-8418-4F84-806D-222B220F19B0}">
      <dgm:prSet/>
      <dgm:spPr/>
      <dgm:t>
        <a:bodyPr/>
        <a:lstStyle/>
        <a:p>
          <a:endParaRPr lang="en-US"/>
        </a:p>
      </dgm:t>
    </dgm:pt>
    <dgm:pt modelId="{02616DCC-E161-4FF3-9521-C22432C44354}">
      <dgm:prSet/>
      <dgm:spPr/>
      <dgm:t>
        <a:bodyPr/>
        <a:lstStyle/>
        <a:p>
          <a:r>
            <a:rPr lang="pt-BR" b="0" i="0" baseline="0"/>
            <a:t>Exemplo: simular atraso de 50 ms entre cliente e servidor para reproduzir tráfego intercontinental.</a:t>
          </a:r>
          <a:endParaRPr lang="en-US"/>
        </a:p>
      </dgm:t>
    </dgm:pt>
    <dgm:pt modelId="{F7F65A01-331F-46ED-BBB5-CC21DA69FDBA}" type="parTrans" cxnId="{8C7F2A17-12A8-49F8-B9D8-2CDEBFD76D64}">
      <dgm:prSet/>
      <dgm:spPr/>
      <dgm:t>
        <a:bodyPr/>
        <a:lstStyle/>
        <a:p>
          <a:endParaRPr lang="en-US"/>
        </a:p>
      </dgm:t>
    </dgm:pt>
    <dgm:pt modelId="{1964FD2E-8789-4436-9262-53B0520B3F11}" type="sibTrans" cxnId="{8C7F2A17-12A8-49F8-B9D8-2CDEBFD76D64}">
      <dgm:prSet/>
      <dgm:spPr/>
      <dgm:t>
        <a:bodyPr/>
        <a:lstStyle/>
        <a:p>
          <a:endParaRPr lang="en-US"/>
        </a:p>
      </dgm:t>
    </dgm:pt>
    <dgm:pt modelId="{D55A6216-0B43-4DF0-8F64-C5C3C7E9ACB5}" type="pres">
      <dgm:prSet presAssocID="{843F426E-C41D-4AEC-872B-09A5D0731E7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1B72D1A-5006-4413-ADC5-BF460FF12582}" type="pres">
      <dgm:prSet presAssocID="{584CE67F-CF1C-40E4-B70A-E327C47B09D2}" presName="root1" presStyleCnt="0"/>
      <dgm:spPr/>
    </dgm:pt>
    <dgm:pt modelId="{FF3088CB-8BB1-4477-BB50-6F0D9F1558F2}" type="pres">
      <dgm:prSet presAssocID="{584CE67F-CF1C-40E4-B70A-E327C47B09D2}" presName="LevelOneTextNode" presStyleLbl="node0" presStyleIdx="0" presStyleCnt="3">
        <dgm:presLayoutVars>
          <dgm:chPref val="3"/>
        </dgm:presLayoutVars>
      </dgm:prSet>
      <dgm:spPr/>
    </dgm:pt>
    <dgm:pt modelId="{1DA58526-084D-4BD6-8D72-2CFBA6F71C61}" type="pres">
      <dgm:prSet presAssocID="{584CE67F-CF1C-40E4-B70A-E327C47B09D2}" presName="level2hierChild" presStyleCnt="0"/>
      <dgm:spPr/>
    </dgm:pt>
    <dgm:pt modelId="{ACF99172-18F2-4AB2-B64C-E6E7C1F3F23C}" type="pres">
      <dgm:prSet presAssocID="{7C3774B1-8E42-415F-BCE0-9644963144D6}" presName="root1" presStyleCnt="0"/>
      <dgm:spPr/>
    </dgm:pt>
    <dgm:pt modelId="{DF620678-8528-4CF5-B552-FE1F24DDDEB8}" type="pres">
      <dgm:prSet presAssocID="{7C3774B1-8E42-415F-BCE0-9644963144D6}" presName="LevelOneTextNode" presStyleLbl="node0" presStyleIdx="1" presStyleCnt="3">
        <dgm:presLayoutVars>
          <dgm:chPref val="3"/>
        </dgm:presLayoutVars>
      </dgm:prSet>
      <dgm:spPr/>
    </dgm:pt>
    <dgm:pt modelId="{4B113AC3-FFD3-4DD9-BEA6-8B76018C1184}" type="pres">
      <dgm:prSet presAssocID="{7C3774B1-8E42-415F-BCE0-9644963144D6}" presName="level2hierChild" presStyleCnt="0"/>
      <dgm:spPr/>
    </dgm:pt>
    <dgm:pt modelId="{A41BEF8B-2B75-45C0-9968-0A87109BB8E7}" type="pres">
      <dgm:prSet presAssocID="{9B902AED-E6C3-4705-BF1D-6F16EBF3DB2A}" presName="conn2-1" presStyleLbl="parChTrans1D2" presStyleIdx="0" presStyleCnt="4"/>
      <dgm:spPr/>
    </dgm:pt>
    <dgm:pt modelId="{8F3969F1-2D2B-4FF2-9B39-33C6A445022A}" type="pres">
      <dgm:prSet presAssocID="{9B902AED-E6C3-4705-BF1D-6F16EBF3DB2A}" presName="connTx" presStyleLbl="parChTrans1D2" presStyleIdx="0" presStyleCnt="4"/>
      <dgm:spPr/>
    </dgm:pt>
    <dgm:pt modelId="{5CECD2D9-BC2F-4E0B-B81C-3050624036E6}" type="pres">
      <dgm:prSet presAssocID="{4A18F5DE-A2E1-4F15-B28D-67CE779C3A89}" presName="root2" presStyleCnt="0"/>
      <dgm:spPr/>
    </dgm:pt>
    <dgm:pt modelId="{245E0A6C-69B1-417A-9EC5-4853E1FF1D78}" type="pres">
      <dgm:prSet presAssocID="{4A18F5DE-A2E1-4F15-B28D-67CE779C3A89}" presName="LevelTwoTextNode" presStyleLbl="node2" presStyleIdx="0" presStyleCnt="4">
        <dgm:presLayoutVars>
          <dgm:chPref val="3"/>
        </dgm:presLayoutVars>
      </dgm:prSet>
      <dgm:spPr/>
    </dgm:pt>
    <dgm:pt modelId="{B85EC99F-663E-4541-9FE3-230D23084962}" type="pres">
      <dgm:prSet presAssocID="{4A18F5DE-A2E1-4F15-B28D-67CE779C3A89}" presName="level3hierChild" presStyleCnt="0"/>
      <dgm:spPr/>
    </dgm:pt>
    <dgm:pt modelId="{3C771D41-CE2F-4EEC-A2BE-6A82FBFDBAED}" type="pres">
      <dgm:prSet presAssocID="{21FBDF5D-4BAC-4B9B-BC23-AF61A580B404}" presName="conn2-1" presStyleLbl="parChTrans1D2" presStyleIdx="1" presStyleCnt="4"/>
      <dgm:spPr/>
    </dgm:pt>
    <dgm:pt modelId="{C15DE150-4116-43DA-A28E-AEB98164B269}" type="pres">
      <dgm:prSet presAssocID="{21FBDF5D-4BAC-4B9B-BC23-AF61A580B404}" presName="connTx" presStyleLbl="parChTrans1D2" presStyleIdx="1" presStyleCnt="4"/>
      <dgm:spPr/>
    </dgm:pt>
    <dgm:pt modelId="{A8D0FB0C-9AD8-40D7-A83F-B409639F56A9}" type="pres">
      <dgm:prSet presAssocID="{51D9EC17-C900-4C36-B8DC-CB35CD10AD10}" presName="root2" presStyleCnt="0"/>
      <dgm:spPr/>
    </dgm:pt>
    <dgm:pt modelId="{DE0AF196-36DC-4528-9C35-F433D551A667}" type="pres">
      <dgm:prSet presAssocID="{51D9EC17-C900-4C36-B8DC-CB35CD10AD10}" presName="LevelTwoTextNode" presStyleLbl="node2" presStyleIdx="1" presStyleCnt="4">
        <dgm:presLayoutVars>
          <dgm:chPref val="3"/>
        </dgm:presLayoutVars>
      </dgm:prSet>
      <dgm:spPr/>
    </dgm:pt>
    <dgm:pt modelId="{B938CDB5-CB42-428C-BE4D-343385EB5560}" type="pres">
      <dgm:prSet presAssocID="{51D9EC17-C900-4C36-B8DC-CB35CD10AD10}" presName="level3hierChild" presStyleCnt="0"/>
      <dgm:spPr/>
    </dgm:pt>
    <dgm:pt modelId="{0405A926-1816-4469-A341-34D4900F3ACC}" type="pres">
      <dgm:prSet presAssocID="{B07998AF-2C8D-4C88-AC53-3318279DBE96}" presName="conn2-1" presStyleLbl="parChTrans1D2" presStyleIdx="2" presStyleCnt="4"/>
      <dgm:spPr/>
    </dgm:pt>
    <dgm:pt modelId="{A0F39DEA-5396-4226-98E5-876D818F1E82}" type="pres">
      <dgm:prSet presAssocID="{B07998AF-2C8D-4C88-AC53-3318279DBE96}" presName="connTx" presStyleLbl="parChTrans1D2" presStyleIdx="2" presStyleCnt="4"/>
      <dgm:spPr/>
    </dgm:pt>
    <dgm:pt modelId="{2E04715E-0831-451F-9A07-8129CD775778}" type="pres">
      <dgm:prSet presAssocID="{680E3AED-51A3-416D-96CF-DA6DE0A5D28B}" presName="root2" presStyleCnt="0"/>
      <dgm:spPr/>
    </dgm:pt>
    <dgm:pt modelId="{CAA3F211-D8D8-49B5-8D74-D2CAE2DCAE41}" type="pres">
      <dgm:prSet presAssocID="{680E3AED-51A3-416D-96CF-DA6DE0A5D28B}" presName="LevelTwoTextNode" presStyleLbl="node2" presStyleIdx="2" presStyleCnt="4">
        <dgm:presLayoutVars>
          <dgm:chPref val="3"/>
        </dgm:presLayoutVars>
      </dgm:prSet>
      <dgm:spPr/>
    </dgm:pt>
    <dgm:pt modelId="{BBB7BFC9-F8D1-4606-B793-7EE765C1D3D7}" type="pres">
      <dgm:prSet presAssocID="{680E3AED-51A3-416D-96CF-DA6DE0A5D28B}" presName="level3hierChild" presStyleCnt="0"/>
      <dgm:spPr/>
    </dgm:pt>
    <dgm:pt modelId="{313A6C7F-093E-4355-94FA-B6A4A2C6094D}" type="pres">
      <dgm:prSet presAssocID="{5C749DFF-DD55-4796-A0BF-C46DC029E21E}" presName="conn2-1" presStyleLbl="parChTrans1D2" presStyleIdx="3" presStyleCnt="4"/>
      <dgm:spPr/>
    </dgm:pt>
    <dgm:pt modelId="{4BC4CD6A-746C-461C-B2D1-3AFF2E118C77}" type="pres">
      <dgm:prSet presAssocID="{5C749DFF-DD55-4796-A0BF-C46DC029E21E}" presName="connTx" presStyleLbl="parChTrans1D2" presStyleIdx="3" presStyleCnt="4"/>
      <dgm:spPr/>
    </dgm:pt>
    <dgm:pt modelId="{9343D4D3-0CC4-4F10-B9ED-CDECD254BCE9}" type="pres">
      <dgm:prSet presAssocID="{3F07841F-28BD-4CB5-80C0-00A9D1025ABC}" presName="root2" presStyleCnt="0"/>
      <dgm:spPr/>
    </dgm:pt>
    <dgm:pt modelId="{8C4790EA-561F-48D7-BFBA-0B24CE658C59}" type="pres">
      <dgm:prSet presAssocID="{3F07841F-28BD-4CB5-80C0-00A9D1025ABC}" presName="LevelTwoTextNode" presStyleLbl="node2" presStyleIdx="3" presStyleCnt="4">
        <dgm:presLayoutVars>
          <dgm:chPref val="3"/>
        </dgm:presLayoutVars>
      </dgm:prSet>
      <dgm:spPr/>
    </dgm:pt>
    <dgm:pt modelId="{319C6E7A-8D91-4BB5-82EF-AF03317EA609}" type="pres">
      <dgm:prSet presAssocID="{3F07841F-28BD-4CB5-80C0-00A9D1025ABC}" presName="level3hierChild" presStyleCnt="0"/>
      <dgm:spPr/>
    </dgm:pt>
    <dgm:pt modelId="{36DE0C86-CE77-48C0-9DA9-ACDE5C95C209}" type="pres">
      <dgm:prSet presAssocID="{02616DCC-E161-4FF3-9521-C22432C44354}" presName="root1" presStyleCnt="0"/>
      <dgm:spPr/>
    </dgm:pt>
    <dgm:pt modelId="{3126AD3A-B83B-4A33-B0AA-E1B0B2902797}" type="pres">
      <dgm:prSet presAssocID="{02616DCC-E161-4FF3-9521-C22432C44354}" presName="LevelOneTextNode" presStyleLbl="node0" presStyleIdx="2" presStyleCnt="3">
        <dgm:presLayoutVars>
          <dgm:chPref val="3"/>
        </dgm:presLayoutVars>
      </dgm:prSet>
      <dgm:spPr/>
    </dgm:pt>
    <dgm:pt modelId="{9F7106D9-9249-4D1B-A9FF-B56C33D59819}" type="pres">
      <dgm:prSet presAssocID="{02616DCC-E161-4FF3-9521-C22432C44354}" presName="level2hierChild" presStyleCnt="0"/>
      <dgm:spPr/>
    </dgm:pt>
  </dgm:ptLst>
  <dgm:cxnLst>
    <dgm:cxn modelId="{D91EDE0A-906F-4EA0-A0B0-1466A8DAE14F}" type="presOf" srcId="{843F426E-C41D-4AEC-872B-09A5D0731E7F}" destId="{D55A6216-0B43-4DF0-8F64-C5C3C7E9ACB5}" srcOrd="0" destOrd="0" presId="urn:microsoft.com/office/officeart/2005/8/layout/hierarchy2"/>
    <dgm:cxn modelId="{32E5A612-49C7-4886-BCB9-D9B024A3F211}" type="presOf" srcId="{21FBDF5D-4BAC-4B9B-BC23-AF61A580B404}" destId="{3C771D41-CE2F-4EEC-A2BE-6A82FBFDBAED}" srcOrd="0" destOrd="0" presId="urn:microsoft.com/office/officeart/2005/8/layout/hierarchy2"/>
    <dgm:cxn modelId="{AC7CDE13-764A-4910-87A8-3B4A529D841F}" type="presOf" srcId="{5C749DFF-DD55-4796-A0BF-C46DC029E21E}" destId="{313A6C7F-093E-4355-94FA-B6A4A2C6094D}" srcOrd="0" destOrd="0" presId="urn:microsoft.com/office/officeart/2005/8/layout/hierarchy2"/>
    <dgm:cxn modelId="{8C7F2A17-12A8-49F8-B9D8-2CDEBFD76D64}" srcId="{843F426E-C41D-4AEC-872B-09A5D0731E7F}" destId="{02616DCC-E161-4FF3-9521-C22432C44354}" srcOrd="2" destOrd="0" parTransId="{F7F65A01-331F-46ED-BBB5-CC21DA69FDBA}" sibTransId="{1964FD2E-8789-4436-9262-53B0520B3F11}"/>
    <dgm:cxn modelId="{2E3A2A1A-18A1-4221-B4B5-BB8D3096E8EE}" type="presOf" srcId="{5C749DFF-DD55-4796-A0BF-C46DC029E21E}" destId="{4BC4CD6A-746C-461C-B2D1-3AFF2E118C77}" srcOrd="1" destOrd="0" presId="urn:microsoft.com/office/officeart/2005/8/layout/hierarchy2"/>
    <dgm:cxn modelId="{3C795A1A-AF8E-4C70-9D56-409703D7F658}" type="presOf" srcId="{51D9EC17-C900-4C36-B8DC-CB35CD10AD10}" destId="{DE0AF196-36DC-4528-9C35-F433D551A667}" srcOrd="0" destOrd="0" presId="urn:microsoft.com/office/officeart/2005/8/layout/hierarchy2"/>
    <dgm:cxn modelId="{DEE8DB21-6F72-42AE-AC96-B1335705C91C}" type="presOf" srcId="{9B902AED-E6C3-4705-BF1D-6F16EBF3DB2A}" destId="{8F3969F1-2D2B-4FF2-9B39-33C6A445022A}" srcOrd="1" destOrd="0" presId="urn:microsoft.com/office/officeart/2005/8/layout/hierarchy2"/>
    <dgm:cxn modelId="{425FF331-86DD-43E5-AA1C-C56BE5676E3A}" type="presOf" srcId="{3F07841F-28BD-4CB5-80C0-00A9D1025ABC}" destId="{8C4790EA-561F-48D7-BFBA-0B24CE658C59}" srcOrd="0" destOrd="0" presId="urn:microsoft.com/office/officeart/2005/8/layout/hierarchy2"/>
    <dgm:cxn modelId="{FEC1ED3D-B2B4-4398-8C65-56D26617A81A}" type="presOf" srcId="{7C3774B1-8E42-415F-BCE0-9644963144D6}" destId="{DF620678-8528-4CF5-B552-FE1F24DDDEB8}" srcOrd="0" destOrd="0" presId="urn:microsoft.com/office/officeart/2005/8/layout/hierarchy2"/>
    <dgm:cxn modelId="{0CBC0F47-EDD1-4A5A-A08E-341FAA9DF42E}" srcId="{7C3774B1-8E42-415F-BCE0-9644963144D6}" destId="{4A18F5DE-A2E1-4F15-B28D-67CE779C3A89}" srcOrd="0" destOrd="0" parTransId="{9B902AED-E6C3-4705-BF1D-6F16EBF3DB2A}" sibTransId="{B0936275-5213-4D2C-81B4-DAA307F23A74}"/>
    <dgm:cxn modelId="{AEECFE4A-782A-4171-9E2E-DC3E3B71CC82}" srcId="{843F426E-C41D-4AEC-872B-09A5D0731E7F}" destId="{584CE67F-CF1C-40E4-B70A-E327C47B09D2}" srcOrd="0" destOrd="0" parTransId="{4D0C6AA9-2720-44BF-A20B-D9755DE1A49F}" sibTransId="{A3D00E39-08F7-4511-9CDE-D4A79DC385E1}"/>
    <dgm:cxn modelId="{0363054D-67FA-4158-A46B-143D0EF46D86}" type="presOf" srcId="{584CE67F-CF1C-40E4-B70A-E327C47B09D2}" destId="{FF3088CB-8BB1-4477-BB50-6F0D9F1558F2}" srcOrd="0" destOrd="0" presId="urn:microsoft.com/office/officeart/2005/8/layout/hierarchy2"/>
    <dgm:cxn modelId="{D8421256-8418-4F84-806D-222B220F19B0}" srcId="{7C3774B1-8E42-415F-BCE0-9644963144D6}" destId="{3F07841F-28BD-4CB5-80C0-00A9D1025ABC}" srcOrd="3" destOrd="0" parTransId="{5C749DFF-DD55-4796-A0BF-C46DC029E21E}" sibTransId="{078B2F7A-F901-4D0E-A3E5-E212BFEFD1D2}"/>
    <dgm:cxn modelId="{147FE17C-35A1-4812-8E69-8C15F7DC530A}" type="presOf" srcId="{680E3AED-51A3-416D-96CF-DA6DE0A5D28B}" destId="{CAA3F211-D8D8-49B5-8D74-D2CAE2DCAE41}" srcOrd="0" destOrd="0" presId="urn:microsoft.com/office/officeart/2005/8/layout/hierarchy2"/>
    <dgm:cxn modelId="{639789BF-BA37-4B72-8EB3-F8AB932CE637}" srcId="{843F426E-C41D-4AEC-872B-09A5D0731E7F}" destId="{7C3774B1-8E42-415F-BCE0-9644963144D6}" srcOrd="1" destOrd="0" parTransId="{E3189C16-B943-4535-AD5C-4ADB80EF9A9F}" sibTransId="{269F1FD6-45B6-4EEC-B50A-7B1CB199EAE1}"/>
    <dgm:cxn modelId="{08E623E9-D6A8-48BA-8202-4B22FEA35F4C}" srcId="{7C3774B1-8E42-415F-BCE0-9644963144D6}" destId="{680E3AED-51A3-416D-96CF-DA6DE0A5D28B}" srcOrd="2" destOrd="0" parTransId="{B07998AF-2C8D-4C88-AC53-3318279DBE96}" sibTransId="{7CF421B8-E8D1-44DA-A749-8E3842F2092D}"/>
    <dgm:cxn modelId="{5FCE9AEE-AE1E-4D99-A191-3D0B748EC07A}" type="presOf" srcId="{B07998AF-2C8D-4C88-AC53-3318279DBE96}" destId="{0405A926-1816-4469-A341-34D4900F3ACC}" srcOrd="0" destOrd="0" presId="urn:microsoft.com/office/officeart/2005/8/layout/hierarchy2"/>
    <dgm:cxn modelId="{0D2117EF-2C5A-45A0-A5BB-C5ACC0D7ADA6}" type="presOf" srcId="{21FBDF5D-4BAC-4B9B-BC23-AF61A580B404}" destId="{C15DE150-4116-43DA-A28E-AEB98164B269}" srcOrd="1" destOrd="0" presId="urn:microsoft.com/office/officeart/2005/8/layout/hierarchy2"/>
    <dgm:cxn modelId="{245846F4-AD0D-4B6A-A879-FDC21852FC5C}" type="presOf" srcId="{B07998AF-2C8D-4C88-AC53-3318279DBE96}" destId="{A0F39DEA-5396-4226-98E5-876D818F1E82}" srcOrd="1" destOrd="0" presId="urn:microsoft.com/office/officeart/2005/8/layout/hierarchy2"/>
    <dgm:cxn modelId="{9BABB8F6-7A83-4082-AF21-77C9A5D337F1}" type="presOf" srcId="{02616DCC-E161-4FF3-9521-C22432C44354}" destId="{3126AD3A-B83B-4A33-B0AA-E1B0B2902797}" srcOrd="0" destOrd="0" presId="urn:microsoft.com/office/officeart/2005/8/layout/hierarchy2"/>
    <dgm:cxn modelId="{9A2274FC-5FBF-4813-A20B-5027F4F358E9}" srcId="{7C3774B1-8E42-415F-BCE0-9644963144D6}" destId="{51D9EC17-C900-4C36-B8DC-CB35CD10AD10}" srcOrd="1" destOrd="0" parTransId="{21FBDF5D-4BAC-4B9B-BC23-AF61A580B404}" sibTransId="{05DF52E2-4980-4558-BB6C-B3D4FFED9AC6}"/>
    <dgm:cxn modelId="{1D6295FC-FED4-45F9-9089-226EF60E02B1}" type="presOf" srcId="{9B902AED-E6C3-4705-BF1D-6F16EBF3DB2A}" destId="{A41BEF8B-2B75-45C0-9968-0A87109BB8E7}" srcOrd="0" destOrd="0" presId="urn:microsoft.com/office/officeart/2005/8/layout/hierarchy2"/>
    <dgm:cxn modelId="{4331C6FD-11D3-4EFE-8DB8-46C111B76525}" type="presOf" srcId="{4A18F5DE-A2E1-4F15-B28D-67CE779C3A89}" destId="{245E0A6C-69B1-417A-9EC5-4853E1FF1D78}" srcOrd="0" destOrd="0" presId="urn:microsoft.com/office/officeart/2005/8/layout/hierarchy2"/>
    <dgm:cxn modelId="{B66BD1A5-6D09-4F4C-BEB4-9DA213A792BF}" type="presParOf" srcId="{D55A6216-0B43-4DF0-8F64-C5C3C7E9ACB5}" destId="{31B72D1A-5006-4413-ADC5-BF460FF12582}" srcOrd="0" destOrd="0" presId="urn:microsoft.com/office/officeart/2005/8/layout/hierarchy2"/>
    <dgm:cxn modelId="{7DE26EC9-E43A-49EE-BF1A-6200EC2AEE33}" type="presParOf" srcId="{31B72D1A-5006-4413-ADC5-BF460FF12582}" destId="{FF3088CB-8BB1-4477-BB50-6F0D9F1558F2}" srcOrd="0" destOrd="0" presId="urn:microsoft.com/office/officeart/2005/8/layout/hierarchy2"/>
    <dgm:cxn modelId="{175BB71A-104D-4BBC-AF34-C681C692293A}" type="presParOf" srcId="{31B72D1A-5006-4413-ADC5-BF460FF12582}" destId="{1DA58526-084D-4BD6-8D72-2CFBA6F71C61}" srcOrd="1" destOrd="0" presId="urn:microsoft.com/office/officeart/2005/8/layout/hierarchy2"/>
    <dgm:cxn modelId="{1809E177-D3FB-4421-ABA7-755B1C9287AF}" type="presParOf" srcId="{D55A6216-0B43-4DF0-8F64-C5C3C7E9ACB5}" destId="{ACF99172-18F2-4AB2-B64C-E6E7C1F3F23C}" srcOrd="1" destOrd="0" presId="urn:microsoft.com/office/officeart/2005/8/layout/hierarchy2"/>
    <dgm:cxn modelId="{DC72F3BD-015F-47DB-BEC3-EF1CACE52580}" type="presParOf" srcId="{ACF99172-18F2-4AB2-B64C-E6E7C1F3F23C}" destId="{DF620678-8528-4CF5-B552-FE1F24DDDEB8}" srcOrd="0" destOrd="0" presId="urn:microsoft.com/office/officeart/2005/8/layout/hierarchy2"/>
    <dgm:cxn modelId="{75DAB525-C6E7-4695-B581-E57FAD6E0AFF}" type="presParOf" srcId="{ACF99172-18F2-4AB2-B64C-E6E7C1F3F23C}" destId="{4B113AC3-FFD3-4DD9-BEA6-8B76018C1184}" srcOrd="1" destOrd="0" presId="urn:microsoft.com/office/officeart/2005/8/layout/hierarchy2"/>
    <dgm:cxn modelId="{9C2F9F41-0704-4396-8473-2F4F6DE6C1B9}" type="presParOf" srcId="{4B113AC3-FFD3-4DD9-BEA6-8B76018C1184}" destId="{A41BEF8B-2B75-45C0-9968-0A87109BB8E7}" srcOrd="0" destOrd="0" presId="urn:microsoft.com/office/officeart/2005/8/layout/hierarchy2"/>
    <dgm:cxn modelId="{FFFE440D-9722-4295-847F-0C795EC2395F}" type="presParOf" srcId="{A41BEF8B-2B75-45C0-9968-0A87109BB8E7}" destId="{8F3969F1-2D2B-4FF2-9B39-33C6A445022A}" srcOrd="0" destOrd="0" presId="urn:microsoft.com/office/officeart/2005/8/layout/hierarchy2"/>
    <dgm:cxn modelId="{8782D7D0-4C56-4FAF-B82E-49E10EAE7DDD}" type="presParOf" srcId="{4B113AC3-FFD3-4DD9-BEA6-8B76018C1184}" destId="{5CECD2D9-BC2F-4E0B-B81C-3050624036E6}" srcOrd="1" destOrd="0" presId="urn:microsoft.com/office/officeart/2005/8/layout/hierarchy2"/>
    <dgm:cxn modelId="{0F6FB72D-2A64-4C18-B4BA-CE02A8997189}" type="presParOf" srcId="{5CECD2D9-BC2F-4E0B-B81C-3050624036E6}" destId="{245E0A6C-69B1-417A-9EC5-4853E1FF1D78}" srcOrd="0" destOrd="0" presId="urn:microsoft.com/office/officeart/2005/8/layout/hierarchy2"/>
    <dgm:cxn modelId="{DD1FD75E-9DD8-468E-9F35-518415D7F2CF}" type="presParOf" srcId="{5CECD2D9-BC2F-4E0B-B81C-3050624036E6}" destId="{B85EC99F-663E-4541-9FE3-230D23084962}" srcOrd="1" destOrd="0" presId="urn:microsoft.com/office/officeart/2005/8/layout/hierarchy2"/>
    <dgm:cxn modelId="{535B33A9-F4E3-428B-82B1-A5DA6A58562D}" type="presParOf" srcId="{4B113AC3-FFD3-4DD9-BEA6-8B76018C1184}" destId="{3C771D41-CE2F-4EEC-A2BE-6A82FBFDBAED}" srcOrd="2" destOrd="0" presId="urn:microsoft.com/office/officeart/2005/8/layout/hierarchy2"/>
    <dgm:cxn modelId="{E80299F5-DD81-4E77-B3DE-B668429FB97D}" type="presParOf" srcId="{3C771D41-CE2F-4EEC-A2BE-6A82FBFDBAED}" destId="{C15DE150-4116-43DA-A28E-AEB98164B269}" srcOrd="0" destOrd="0" presId="urn:microsoft.com/office/officeart/2005/8/layout/hierarchy2"/>
    <dgm:cxn modelId="{9B2C161C-DECB-41D4-9BFE-783AB6B4ADB4}" type="presParOf" srcId="{4B113AC3-FFD3-4DD9-BEA6-8B76018C1184}" destId="{A8D0FB0C-9AD8-40D7-A83F-B409639F56A9}" srcOrd="3" destOrd="0" presId="urn:microsoft.com/office/officeart/2005/8/layout/hierarchy2"/>
    <dgm:cxn modelId="{28B42C2F-18B2-4576-9D57-6A00326BCBC3}" type="presParOf" srcId="{A8D0FB0C-9AD8-40D7-A83F-B409639F56A9}" destId="{DE0AF196-36DC-4528-9C35-F433D551A667}" srcOrd="0" destOrd="0" presId="urn:microsoft.com/office/officeart/2005/8/layout/hierarchy2"/>
    <dgm:cxn modelId="{B6F82255-C1ED-4CE4-9952-260C37AFAE1C}" type="presParOf" srcId="{A8D0FB0C-9AD8-40D7-A83F-B409639F56A9}" destId="{B938CDB5-CB42-428C-BE4D-343385EB5560}" srcOrd="1" destOrd="0" presId="urn:microsoft.com/office/officeart/2005/8/layout/hierarchy2"/>
    <dgm:cxn modelId="{9D43314D-ADD1-4A8A-BFA8-639E9387484E}" type="presParOf" srcId="{4B113AC3-FFD3-4DD9-BEA6-8B76018C1184}" destId="{0405A926-1816-4469-A341-34D4900F3ACC}" srcOrd="4" destOrd="0" presId="urn:microsoft.com/office/officeart/2005/8/layout/hierarchy2"/>
    <dgm:cxn modelId="{C040D448-0AFD-44FF-BE95-322BABE76360}" type="presParOf" srcId="{0405A926-1816-4469-A341-34D4900F3ACC}" destId="{A0F39DEA-5396-4226-98E5-876D818F1E82}" srcOrd="0" destOrd="0" presId="urn:microsoft.com/office/officeart/2005/8/layout/hierarchy2"/>
    <dgm:cxn modelId="{8F79C773-EE8C-4191-AD8A-10A73840FACD}" type="presParOf" srcId="{4B113AC3-FFD3-4DD9-BEA6-8B76018C1184}" destId="{2E04715E-0831-451F-9A07-8129CD775778}" srcOrd="5" destOrd="0" presId="urn:microsoft.com/office/officeart/2005/8/layout/hierarchy2"/>
    <dgm:cxn modelId="{CFE844BA-31A2-4AD7-B8E0-3A977C07BF93}" type="presParOf" srcId="{2E04715E-0831-451F-9A07-8129CD775778}" destId="{CAA3F211-D8D8-49B5-8D74-D2CAE2DCAE41}" srcOrd="0" destOrd="0" presId="urn:microsoft.com/office/officeart/2005/8/layout/hierarchy2"/>
    <dgm:cxn modelId="{CA142F5E-2B62-4B80-B826-B41F0870BC22}" type="presParOf" srcId="{2E04715E-0831-451F-9A07-8129CD775778}" destId="{BBB7BFC9-F8D1-4606-B793-7EE765C1D3D7}" srcOrd="1" destOrd="0" presId="urn:microsoft.com/office/officeart/2005/8/layout/hierarchy2"/>
    <dgm:cxn modelId="{5B7F8BC0-6D1F-489A-8769-AB27063B25B5}" type="presParOf" srcId="{4B113AC3-FFD3-4DD9-BEA6-8B76018C1184}" destId="{313A6C7F-093E-4355-94FA-B6A4A2C6094D}" srcOrd="6" destOrd="0" presId="urn:microsoft.com/office/officeart/2005/8/layout/hierarchy2"/>
    <dgm:cxn modelId="{0582A605-FF57-4DBA-A122-C9FB7758AE89}" type="presParOf" srcId="{313A6C7F-093E-4355-94FA-B6A4A2C6094D}" destId="{4BC4CD6A-746C-461C-B2D1-3AFF2E118C77}" srcOrd="0" destOrd="0" presId="urn:microsoft.com/office/officeart/2005/8/layout/hierarchy2"/>
    <dgm:cxn modelId="{C5521EFA-CD5D-4C42-AA3F-E634CE36B892}" type="presParOf" srcId="{4B113AC3-FFD3-4DD9-BEA6-8B76018C1184}" destId="{9343D4D3-0CC4-4F10-B9ED-CDECD254BCE9}" srcOrd="7" destOrd="0" presId="urn:microsoft.com/office/officeart/2005/8/layout/hierarchy2"/>
    <dgm:cxn modelId="{8A2F7259-224A-4E5F-B354-8D882D70EDEF}" type="presParOf" srcId="{9343D4D3-0CC4-4F10-B9ED-CDECD254BCE9}" destId="{8C4790EA-561F-48D7-BFBA-0B24CE658C59}" srcOrd="0" destOrd="0" presId="urn:microsoft.com/office/officeart/2005/8/layout/hierarchy2"/>
    <dgm:cxn modelId="{3837840C-4AB6-43C5-9FBB-C224F508680F}" type="presParOf" srcId="{9343D4D3-0CC4-4F10-B9ED-CDECD254BCE9}" destId="{319C6E7A-8D91-4BB5-82EF-AF03317EA609}" srcOrd="1" destOrd="0" presId="urn:microsoft.com/office/officeart/2005/8/layout/hierarchy2"/>
    <dgm:cxn modelId="{FC6C425F-CFA2-4510-8EE5-0EF21D457670}" type="presParOf" srcId="{D55A6216-0B43-4DF0-8F64-C5C3C7E9ACB5}" destId="{36DE0C86-CE77-48C0-9DA9-ACDE5C95C209}" srcOrd="2" destOrd="0" presId="urn:microsoft.com/office/officeart/2005/8/layout/hierarchy2"/>
    <dgm:cxn modelId="{9803283A-ECD8-4AAF-94E9-266B4279AE69}" type="presParOf" srcId="{36DE0C86-CE77-48C0-9DA9-ACDE5C95C209}" destId="{3126AD3A-B83B-4A33-B0AA-E1B0B2902797}" srcOrd="0" destOrd="0" presId="urn:microsoft.com/office/officeart/2005/8/layout/hierarchy2"/>
    <dgm:cxn modelId="{F006F02D-9635-4199-8B9E-5E9153FE4DCD}" type="presParOf" srcId="{36DE0C86-CE77-48C0-9DA9-ACDE5C95C209}" destId="{9F7106D9-9249-4D1B-A9FF-B56C33D5981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9C1E721-EEF4-4D87-AE98-2754602E3CD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23E25E2-659B-4B38-8E9E-12B6EABE938B}">
      <dgm:prSet/>
      <dgm:spPr/>
      <dgm:t>
        <a:bodyPr/>
        <a:lstStyle/>
        <a:p>
          <a:r>
            <a:rPr lang="pt-BR" b="0" i="0" baseline="0"/>
            <a:t>O </a:t>
          </a:r>
          <a:r>
            <a:rPr lang="pt-BR" b="1" i="0" baseline="0"/>
            <a:t>escalonamento</a:t>
          </a:r>
          <a:r>
            <a:rPr lang="pt-BR" b="0" i="0" baseline="0"/>
            <a:t> organiza a </a:t>
          </a:r>
          <a:r>
            <a:rPr lang="pt-BR" b="1" i="0" baseline="0"/>
            <a:t>ordem e o tempo</a:t>
          </a:r>
          <a:r>
            <a:rPr lang="pt-BR" b="0" i="0" baseline="0"/>
            <a:t> das ações no experimento.</a:t>
          </a:r>
          <a:endParaRPr lang="en-US"/>
        </a:p>
      </dgm:t>
    </dgm:pt>
    <dgm:pt modelId="{6B1F7724-5616-46D9-B53B-EAB178381281}" type="parTrans" cxnId="{2E7D4FA1-A1BE-4D93-A844-36AFBEA8D3EF}">
      <dgm:prSet/>
      <dgm:spPr/>
      <dgm:t>
        <a:bodyPr/>
        <a:lstStyle/>
        <a:p>
          <a:endParaRPr lang="en-US"/>
        </a:p>
      </dgm:t>
    </dgm:pt>
    <dgm:pt modelId="{4BEB583D-02E1-4543-8DA8-C850988B3CD5}" type="sibTrans" cxnId="{2E7D4FA1-A1BE-4D93-A844-36AFBEA8D3EF}">
      <dgm:prSet/>
      <dgm:spPr/>
      <dgm:t>
        <a:bodyPr/>
        <a:lstStyle/>
        <a:p>
          <a:endParaRPr lang="en-US"/>
        </a:p>
      </dgm:t>
    </dgm:pt>
    <dgm:pt modelId="{35E16C58-3544-42AB-8C9A-CE2D1CEC0BF5}">
      <dgm:prSet/>
      <dgm:spPr/>
      <dgm:t>
        <a:bodyPr/>
        <a:lstStyle/>
        <a:p>
          <a:r>
            <a:rPr lang="pt-BR" b="0" i="0" baseline="0"/>
            <a:t>Permite controlar </a:t>
          </a:r>
          <a:r>
            <a:rPr lang="pt-BR" b="1" i="0" baseline="0"/>
            <a:t>quando</a:t>
          </a:r>
          <a:r>
            <a:rPr lang="pt-BR" b="0" i="0" baseline="0"/>
            <a:t> e </a:t>
          </a:r>
          <a:r>
            <a:rPr lang="pt-BR" b="1" i="0" baseline="0"/>
            <a:t>como</a:t>
          </a:r>
          <a:r>
            <a:rPr lang="pt-BR" b="0" i="0" baseline="0"/>
            <a:t> cada evento ocorre:</a:t>
          </a:r>
          <a:endParaRPr lang="en-US"/>
        </a:p>
      </dgm:t>
    </dgm:pt>
    <dgm:pt modelId="{3405069E-0A55-4C07-8F7D-59BDA8D86853}" type="parTrans" cxnId="{67C14819-521A-4CE6-AA54-C63FA403EC6D}">
      <dgm:prSet/>
      <dgm:spPr/>
      <dgm:t>
        <a:bodyPr/>
        <a:lstStyle/>
        <a:p>
          <a:endParaRPr lang="en-US"/>
        </a:p>
      </dgm:t>
    </dgm:pt>
    <dgm:pt modelId="{30E7B8C9-3108-4447-91F7-622D2C0340A7}" type="sibTrans" cxnId="{67C14819-521A-4CE6-AA54-C63FA403EC6D}">
      <dgm:prSet/>
      <dgm:spPr/>
      <dgm:t>
        <a:bodyPr/>
        <a:lstStyle/>
        <a:p>
          <a:endParaRPr lang="en-US"/>
        </a:p>
      </dgm:t>
    </dgm:pt>
    <dgm:pt modelId="{CF229976-9019-4796-BE1C-B0569AF189F5}">
      <dgm:prSet/>
      <dgm:spPr/>
      <dgm:t>
        <a:bodyPr/>
        <a:lstStyle/>
        <a:p>
          <a:r>
            <a:rPr lang="pt-BR" b="0" i="0" baseline="0"/>
            <a:t>Início e fim de conexões.</a:t>
          </a:r>
          <a:endParaRPr lang="en-US"/>
        </a:p>
      </dgm:t>
    </dgm:pt>
    <dgm:pt modelId="{F2642B64-3FEF-4A9A-8DAF-A5683117197D}" type="parTrans" cxnId="{08B122C7-BF02-4FAE-9B9D-7B484B5C5644}">
      <dgm:prSet/>
      <dgm:spPr/>
      <dgm:t>
        <a:bodyPr/>
        <a:lstStyle/>
        <a:p>
          <a:endParaRPr lang="en-US"/>
        </a:p>
      </dgm:t>
    </dgm:pt>
    <dgm:pt modelId="{982D7845-937E-4569-B323-8AD0CF2961E1}" type="sibTrans" cxnId="{08B122C7-BF02-4FAE-9B9D-7B484B5C5644}">
      <dgm:prSet/>
      <dgm:spPr/>
      <dgm:t>
        <a:bodyPr/>
        <a:lstStyle/>
        <a:p>
          <a:endParaRPr lang="en-US"/>
        </a:p>
      </dgm:t>
    </dgm:pt>
    <dgm:pt modelId="{91F68D04-2814-4AFF-B2AF-6BFDB21E1D3F}">
      <dgm:prSet/>
      <dgm:spPr/>
      <dgm:t>
        <a:bodyPr/>
        <a:lstStyle/>
        <a:p>
          <a:r>
            <a:rPr lang="pt-BR" b="0" i="0" baseline="0"/>
            <a:t>Sequência de transmissões.</a:t>
          </a:r>
          <a:endParaRPr lang="en-US"/>
        </a:p>
      </dgm:t>
    </dgm:pt>
    <dgm:pt modelId="{1FAD5469-6B5C-4035-8FBF-B7FE55F93611}" type="parTrans" cxnId="{28372523-9740-4E9F-BC8F-595C850CD50C}">
      <dgm:prSet/>
      <dgm:spPr/>
      <dgm:t>
        <a:bodyPr/>
        <a:lstStyle/>
        <a:p>
          <a:endParaRPr lang="en-US"/>
        </a:p>
      </dgm:t>
    </dgm:pt>
    <dgm:pt modelId="{0A066E6D-9CA9-4936-B77D-7CDE84EB41A6}" type="sibTrans" cxnId="{28372523-9740-4E9F-BC8F-595C850CD50C}">
      <dgm:prSet/>
      <dgm:spPr/>
      <dgm:t>
        <a:bodyPr/>
        <a:lstStyle/>
        <a:p>
          <a:endParaRPr lang="en-US"/>
        </a:p>
      </dgm:t>
    </dgm:pt>
    <dgm:pt modelId="{79E96252-E0AB-4BF7-8CC1-4CBAF1846B6D}">
      <dgm:prSet/>
      <dgm:spPr/>
      <dgm:t>
        <a:bodyPr/>
        <a:lstStyle/>
        <a:p>
          <a:r>
            <a:rPr lang="pt-BR" b="0" i="0" baseline="0"/>
            <a:t>Sobrecargas planejadas.</a:t>
          </a:r>
          <a:endParaRPr lang="en-US"/>
        </a:p>
      </dgm:t>
    </dgm:pt>
    <dgm:pt modelId="{80952640-F77D-469C-B17D-72D3E89FA9A1}" type="parTrans" cxnId="{65667A95-8FBE-47B6-8F04-0997026099C6}">
      <dgm:prSet/>
      <dgm:spPr/>
      <dgm:t>
        <a:bodyPr/>
        <a:lstStyle/>
        <a:p>
          <a:endParaRPr lang="en-US"/>
        </a:p>
      </dgm:t>
    </dgm:pt>
    <dgm:pt modelId="{592F401F-90EC-4CDF-B85B-4000CF0247A8}" type="sibTrans" cxnId="{65667A95-8FBE-47B6-8F04-0997026099C6}">
      <dgm:prSet/>
      <dgm:spPr/>
      <dgm:t>
        <a:bodyPr/>
        <a:lstStyle/>
        <a:p>
          <a:endParaRPr lang="en-US"/>
        </a:p>
      </dgm:t>
    </dgm:pt>
    <dgm:pt modelId="{8C66F77E-E17D-48B0-93EB-F7A834D2D50B}">
      <dgm:prSet/>
      <dgm:spPr/>
      <dgm:t>
        <a:bodyPr/>
        <a:lstStyle/>
        <a:p>
          <a:r>
            <a:rPr lang="pt-BR" b="0" i="0" baseline="0"/>
            <a:t>Ajuda a simular cenários realistas, como:</a:t>
          </a:r>
          <a:endParaRPr lang="en-US"/>
        </a:p>
      </dgm:t>
    </dgm:pt>
    <dgm:pt modelId="{C32AC3A7-B14E-4169-BF90-8EB975921562}" type="parTrans" cxnId="{469828FD-2981-411C-95C0-C8E6DEF606B4}">
      <dgm:prSet/>
      <dgm:spPr/>
      <dgm:t>
        <a:bodyPr/>
        <a:lstStyle/>
        <a:p>
          <a:endParaRPr lang="en-US"/>
        </a:p>
      </dgm:t>
    </dgm:pt>
    <dgm:pt modelId="{D4A38E70-8007-4E22-9C75-F532AE5855AB}" type="sibTrans" cxnId="{469828FD-2981-411C-95C0-C8E6DEF606B4}">
      <dgm:prSet/>
      <dgm:spPr/>
      <dgm:t>
        <a:bodyPr/>
        <a:lstStyle/>
        <a:p>
          <a:endParaRPr lang="en-US"/>
        </a:p>
      </dgm:t>
    </dgm:pt>
    <dgm:pt modelId="{59B735C8-3E12-421B-A7FA-19A9E166DA91}">
      <dgm:prSet/>
      <dgm:spPr/>
      <dgm:t>
        <a:bodyPr/>
        <a:lstStyle/>
        <a:p>
          <a:r>
            <a:rPr lang="pt-BR" b="0" i="0" baseline="0"/>
            <a:t>Picos de tráfego em horários específicos.</a:t>
          </a:r>
          <a:endParaRPr lang="en-US"/>
        </a:p>
      </dgm:t>
    </dgm:pt>
    <dgm:pt modelId="{97E4F77D-83C6-46D7-997F-14C240CB978F}" type="parTrans" cxnId="{6E5A8357-4388-44FD-A167-9540840FF0B7}">
      <dgm:prSet/>
      <dgm:spPr/>
      <dgm:t>
        <a:bodyPr/>
        <a:lstStyle/>
        <a:p>
          <a:endParaRPr lang="en-US"/>
        </a:p>
      </dgm:t>
    </dgm:pt>
    <dgm:pt modelId="{01AD3121-2EA7-4E93-A8B5-24FFBD4CF9B6}" type="sibTrans" cxnId="{6E5A8357-4388-44FD-A167-9540840FF0B7}">
      <dgm:prSet/>
      <dgm:spPr/>
      <dgm:t>
        <a:bodyPr/>
        <a:lstStyle/>
        <a:p>
          <a:endParaRPr lang="en-US"/>
        </a:p>
      </dgm:t>
    </dgm:pt>
    <dgm:pt modelId="{04506AF8-DFE4-4F33-AD09-12672C8489D9}">
      <dgm:prSet/>
      <dgm:spPr/>
      <dgm:t>
        <a:bodyPr/>
        <a:lstStyle/>
        <a:p>
          <a:r>
            <a:rPr lang="pt-BR" b="0" i="0" baseline="0"/>
            <a:t>Crescimento gradual de usuários.</a:t>
          </a:r>
          <a:endParaRPr lang="en-US"/>
        </a:p>
      </dgm:t>
    </dgm:pt>
    <dgm:pt modelId="{42ABCA14-36F9-4CF4-BEBF-D24FD3D4667C}" type="parTrans" cxnId="{3874A2A6-6869-480E-9889-61A7D58F02A1}">
      <dgm:prSet/>
      <dgm:spPr/>
      <dgm:t>
        <a:bodyPr/>
        <a:lstStyle/>
        <a:p>
          <a:endParaRPr lang="en-US"/>
        </a:p>
      </dgm:t>
    </dgm:pt>
    <dgm:pt modelId="{A2DD61F2-73FF-44D3-AB12-E07F32AF9C20}" type="sibTrans" cxnId="{3874A2A6-6869-480E-9889-61A7D58F02A1}">
      <dgm:prSet/>
      <dgm:spPr/>
      <dgm:t>
        <a:bodyPr/>
        <a:lstStyle/>
        <a:p>
          <a:endParaRPr lang="en-US"/>
        </a:p>
      </dgm:t>
    </dgm:pt>
    <dgm:pt modelId="{0A927595-EF6E-4407-896A-3E59392C5F74}">
      <dgm:prSet/>
      <dgm:spPr/>
      <dgm:t>
        <a:bodyPr/>
        <a:lstStyle/>
        <a:p>
          <a:r>
            <a:rPr lang="pt-BR" b="0" i="0" baseline="0"/>
            <a:t>Exemplo: 100 clientes entram na rede entre 10h e 10h15, simulando pico de acessos a um site após uma promoção.</a:t>
          </a:r>
          <a:endParaRPr lang="en-US"/>
        </a:p>
      </dgm:t>
    </dgm:pt>
    <dgm:pt modelId="{300ABFBB-D356-46B5-A834-2980ED3C691D}" type="parTrans" cxnId="{72AE9E4D-6AD6-45BA-A2FD-691C5E0210B7}">
      <dgm:prSet/>
      <dgm:spPr/>
      <dgm:t>
        <a:bodyPr/>
        <a:lstStyle/>
        <a:p>
          <a:endParaRPr lang="en-US"/>
        </a:p>
      </dgm:t>
    </dgm:pt>
    <dgm:pt modelId="{AEE144B1-89E4-4793-810A-05EA5BA88907}" type="sibTrans" cxnId="{72AE9E4D-6AD6-45BA-A2FD-691C5E0210B7}">
      <dgm:prSet/>
      <dgm:spPr/>
      <dgm:t>
        <a:bodyPr/>
        <a:lstStyle/>
        <a:p>
          <a:endParaRPr lang="en-US"/>
        </a:p>
      </dgm:t>
    </dgm:pt>
    <dgm:pt modelId="{8526E108-56F8-4951-9FD3-D15124A7FD7D}" type="pres">
      <dgm:prSet presAssocID="{B9C1E721-EEF4-4D87-AE98-2754602E3CD8}" presName="root" presStyleCnt="0">
        <dgm:presLayoutVars>
          <dgm:dir/>
          <dgm:resizeHandles val="exact"/>
        </dgm:presLayoutVars>
      </dgm:prSet>
      <dgm:spPr/>
    </dgm:pt>
    <dgm:pt modelId="{6C8534A5-35F6-4796-9998-58F617440D29}" type="pres">
      <dgm:prSet presAssocID="{623E25E2-659B-4B38-8E9E-12B6EABE938B}" presName="compNode" presStyleCnt="0"/>
      <dgm:spPr/>
    </dgm:pt>
    <dgm:pt modelId="{6936CE1E-CB9B-4FD0-89FD-3B2B057A9B07}" type="pres">
      <dgm:prSet presAssocID="{623E25E2-659B-4B38-8E9E-12B6EABE938B}" presName="bgRect" presStyleLbl="bgShp" presStyleIdx="0" presStyleCnt="4"/>
      <dgm:spPr/>
    </dgm:pt>
    <dgm:pt modelId="{71D9BF60-96DD-4CFF-9895-A109385F9E20}" type="pres">
      <dgm:prSet presAssocID="{623E25E2-659B-4B38-8E9E-12B6EABE938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3ACB4D94-A22A-44C5-BEC0-56A9AB0174B8}" type="pres">
      <dgm:prSet presAssocID="{623E25E2-659B-4B38-8E9E-12B6EABE938B}" presName="spaceRect" presStyleCnt="0"/>
      <dgm:spPr/>
    </dgm:pt>
    <dgm:pt modelId="{88F2E430-B6A1-46D8-B779-3E018F8B85B8}" type="pres">
      <dgm:prSet presAssocID="{623E25E2-659B-4B38-8E9E-12B6EABE938B}" presName="parTx" presStyleLbl="revTx" presStyleIdx="0" presStyleCnt="6">
        <dgm:presLayoutVars>
          <dgm:chMax val="0"/>
          <dgm:chPref val="0"/>
        </dgm:presLayoutVars>
      </dgm:prSet>
      <dgm:spPr/>
    </dgm:pt>
    <dgm:pt modelId="{6162F4BC-272B-4C6A-AA66-3961825E9957}" type="pres">
      <dgm:prSet presAssocID="{4BEB583D-02E1-4543-8DA8-C850988B3CD5}" presName="sibTrans" presStyleCnt="0"/>
      <dgm:spPr/>
    </dgm:pt>
    <dgm:pt modelId="{BFC62D1F-087D-4EF5-A5DB-B655A39DAF84}" type="pres">
      <dgm:prSet presAssocID="{35E16C58-3544-42AB-8C9A-CE2D1CEC0BF5}" presName="compNode" presStyleCnt="0"/>
      <dgm:spPr/>
    </dgm:pt>
    <dgm:pt modelId="{D65CF6CA-D356-4592-A169-AC2EB7010834}" type="pres">
      <dgm:prSet presAssocID="{35E16C58-3544-42AB-8C9A-CE2D1CEC0BF5}" presName="bgRect" presStyleLbl="bgShp" presStyleIdx="1" presStyleCnt="4"/>
      <dgm:spPr/>
    </dgm:pt>
    <dgm:pt modelId="{C9967C9B-C460-4A42-A76B-2D8AAE6C6741}" type="pres">
      <dgm:prSet presAssocID="{35E16C58-3544-42AB-8C9A-CE2D1CEC0BF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BED5E6AA-B012-4EFB-A00C-D66F8E61F266}" type="pres">
      <dgm:prSet presAssocID="{35E16C58-3544-42AB-8C9A-CE2D1CEC0BF5}" presName="spaceRect" presStyleCnt="0"/>
      <dgm:spPr/>
    </dgm:pt>
    <dgm:pt modelId="{85028BBF-5614-4A32-B18E-1B8C0C8CB688}" type="pres">
      <dgm:prSet presAssocID="{35E16C58-3544-42AB-8C9A-CE2D1CEC0BF5}" presName="parTx" presStyleLbl="revTx" presStyleIdx="1" presStyleCnt="6">
        <dgm:presLayoutVars>
          <dgm:chMax val="0"/>
          <dgm:chPref val="0"/>
        </dgm:presLayoutVars>
      </dgm:prSet>
      <dgm:spPr/>
    </dgm:pt>
    <dgm:pt modelId="{F01DEEF7-0103-4E14-9A86-7B88BB8F8824}" type="pres">
      <dgm:prSet presAssocID="{35E16C58-3544-42AB-8C9A-CE2D1CEC0BF5}" presName="desTx" presStyleLbl="revTx" presStyleIdx="2" presStyleCnt="6">
        <dgm:presLayoutVars/>
      </dgm:prSet>
      <dgm:spPr/>
    </dgm:pt>
    <dgm:pt modelId="{4FB22CE6-9E0D-41EF-A8B2-C324CD863000}" type="pres">
      <dgm:prSet presAssocID="{30E7B8C9-3108-4447-91F7-622D2C0340A7}" presName="sibTrans" presStyleCnt="0"/>
      <dgm:spPr/>
    </dgm:pt>
    <dgm:pt modelId="{B531538C-B899-43CD-B4A9-A4322486AD2E}" type="pres">
      <dgm:prSet presAssocID="{8C66F77E-E17D-48B0-93EB-F7A834D2D50B}" presName="compNode" presStyleCnt="0"/>
      <dgm:spPr/>
    </dgm:pt>
    <dgm:pt modelId="{7AC89D34-0241-4613-BA31-8296494FAB4E}" type="pres">
      <dgm:prSet presAssocID="{8C66F77E-E17D-48B0-93EB-F7A834D2D50B}" presName="bgRect" presStyleLbl="bgShp" presStyleIdx="2" presStyleCnt="4"/>
      <dgm:spPr/>
    </dgm:pt>
    <dgm:pt modelId="{E8A80A4C-730E-4AB5-B546-513CD96B8900}" type="pres">
      <dgm:prSet presAssocID="{8C66F77E-E17D-48B0-93EB-F7A834D2D50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CD0A096E-7BBB-4562-87CF-075C71301751}" type="pres">
      <dgm:prSet presAssocID="{8C66F77E-E17D-48B0-93EB-F7A834D2D50B}" presName="spaceRect" presStyleCnt="0"/>
      <dgm:spPr/>
    </dgm:pt>
    <dgm:pt modelId="{9441C62E-CA1D-44C2-8EB2-EDC248E13485}" type="pres">
      <dgm:prSet presAssocID="{8C66F77E-E17D-48B0-93EB-F7A834D2D50B}" presName="parTx" presStyleLbl="revTx" presStyleIdx="3" presStyleCnt="6">
        <dgm:presLayoutVars>
          <dgm:chMax val="0"/>
          <dgm:chPref val="0"/>
        </dgm:presLayoutVars>
      </dgm:prSet>
      <dgm:spPr/>
    </dgm:pt>
    <dgm:pt modelId="{40EA456F-0F8E-4A16-9473-B9A8A7EDFB70}" type="pres">
      <dgm:prSet presAssocID="{8C66F77E-E17D-48B0-93EB-F7A834D2D50B}" presName="desTx" presStyleLbl="revTx" presStyleIdx="4" presStyleCnt="6">
        <dgm:presLayoutVars/>
      </dgm:prSet>
      <dgm:spPr/>
    </dgm:pt>
    <dgm:pt modelId="{DDE5FEC7-A362-46A4-BC1D-61F3A248F244}" type="pres">
      <dgm:prSet presAssocID="{D4A38E70-8007-4E22-9C75-F532AE5855AB}" presName="sibTrans" presStyleCnt="0"/>
      <dgm:spPr/>
    </dgm:pt>
    <dgm:pt modelId="{B326C5F1-51AF-48DD-81E6-A1D6EA9912F4}" type="pres">
      <dgm:prSet presAssocID="{0A927595-EF6E-4407-896A-3E59392C5F74}" presName="compNode" presStyleCnt="0"/>
      <dgm:spPr/>
    </dgm:pt>
    <dgm:pt modelId="{2C4E8C8D-4A4A-4726-8784-6F6AC93F31CC}" type="pres">
      <dgm:prSet presAssocID="{0A927595-EF6E-4407-896A-3E59392C5F74}" presName="bgRect" presStyleLbl="bgShp" presStyleIdx="3" presStyleCnt="4"/>
      <dgm:spPr/>
    </dgm:pt>
    <dgm:pt modelId="{3D1EDFEF-CEF0-42A8-9F27-00732786C46B}" type="pres">
      <dgm:prSet presAssocID="{0A927595-EF6E-4407-896A-3E59392C5F7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ário"/>
        </a:ext>
      </dgm:extLst>
    </dgm:pt>
    <dgm:pt modelId="{EA0D0A10-682F-4814-A1CF-1EA0DF7B077F}" type="pres">
      <dgm:prSet presAssocID="{0A927595-EF6E-4407-896A-3E59392C5F74}" presName="spaceRect" presStyleCnt="0"/>
      <dgm:spPr/>
    </dgm:pt>
    <dgm:pt modelId="{6E950035-B71E-445F-9CE8-AE45F80A0D39}" type="pres">
      <dgm:prSet presAssocID="{0A927595-EF6E-4407-896A-3E59392C5F74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5899900-4CF3-4F76-9E8F-CDD90C6B80E5}" type="presOf" srcId="{623E25E2-659B-4B38-8E9E-12B6EABE938B}" destId="{88F2E430-B6A1-46D8-B779-3E018F8B85B8}" srcOrd="0" destOrd="0" presId="urn:microsoft.com/office/officeart/2018/2/layout/IconVerticalSolidList"/>
    <dgm:cxn modelId="{67C14819-521A-4CE6-AA54-C63FA403EC6D}" srcId="{B9C1E721-EEF4-4D87-AE98-2754602E3CD8}" destId="{35E16C58-3544-42AB-8C9A-CE2D1CEC0BF5}" srcOrd="1" destOrd="0" parTransId="{3405069E-0A55-4C07-8F7D-59BDA8D86853}" sibTransId="{30E7B8C9-3108-4447-91F7-622D2C0340A7}"/>
    <dgm:cxn modelId="{28372523-9740-4E9F-BC8F-595C850CD50C}" srcId="{35E16C58-3544-42AB-8C9A-CE2D1CEC0BF5}" destId="{91F68D04-2814-4AFF-B2AF-6BFDB21E1D3F}" srcOrd="1" destOrd="0" parTransId="{1FAD5469-6B5C-4035-8FBF-B7FE55F93611}" sibTransId="{0A066E6D-9CA9-4936-B77D-7CDE84EB41A6}"/>
    <dgm:cxn modelId="{A8AC9C42-BB1D-4C1C-9201-5A786C06A74E}" type="presOf" srcId="{04506AF8-DFE4-4F33-AD09-12672C8489D9}" destId="{40EA456F-0F8E-4A16-9473-B9A8A7EDFB70}" srcOrd="0" destOrd="1" presId="urn:microsoft.com/office/officeart/2018/2/layout/IconVerticalSolidList"/>
    <dgm:cxn modelId="{4AE6AF43-ECE4-4CAD-9E53-C42AD9008291}" type="presOf" srcId="{B9C1E721-EEF4-4D87-AE98-2754602E3CD8}" destId="{8526E108-56F8-4951-9FD3-D15124A7FD7D}" srcOrd="0" destOrd="0" presId="urn:microsoft.com/office/officeart/2018/2/layout/IconVerticalSolidList"/>
    <dgm:cxn modelId="{72AE9E4D-6AD6-45BA-A2FD-691C5E0210B7}" srcId="{B9C1E721-EEF4-4D87-AE98-2754602E3CD8}" destId="{0A927595-EF6E-4407-896A-3E59392C5F74}" srcOrd="3" destOrd="0" parTransId="{300ABFBB-D356-46B5-A834-2980ED3C691D}" sibTransId="{AEE144B1-89E4-4793-810A-05EA5BA88907}"/>
    <dgm:cxn modelId="{D3A2A66E-6A4A-48BE-AB49-94B74B0E440F}" type="presOf" srcId="{8C66F77E-E17D-48B0-93EB-F7A834D2D50B}" destId="{9441C62E-CA1D-44C2-8EB2-EDC248E13485}" srcOrd="0" destOrd="0" presId="urn:microsoft.com/office/officeart/2018/2/layout/IconVerticalSolidList"/>
    <dgm:cxn modelId="{EDB1F96F-B98B-424E-828A-7A2F0D24BBAA}" type="presOf" srcId="{79E96252-E0AB-4BF7-8CC1-4CBAF1846B6D}" destId="{F01DEEF7-0103-4E14-9A86-7B88BB8F8824}" srcOrd="0" destOrd="2" presId="urn:microsoft.com/office/officeart/2018/2/layout/IconVerticalSolidList"/>
    <dgm:cxn modelId="{FA114651-5292-4B69-A47E-9598126FAA8F}" type="presOf" srcId="{0A927595-EF6E-4407-896A-3E59392C5F74}" destId="{6E950035-B71E-445F-9CE8-AE45F80A0D39}" srcOrd="0" destOrd="0" presId="urn:microsoft.com/office/officeart/2018/2/layout/IconVerticalSolidList"/>
    <dgm:cxn modelId="{6E5A8357-4388-44FD-A167-9540840FF0B7}" srcId="{8C66F77E-E17D-48B0-93EB-F7A834D2D50B}" destId="{59B735C8-3E12-421B-A7FA-19A9E166DA91}" srcOrd="0" destOrd="0" parTransId="{97E4F77D-83C6-46D7-997F-14C240CB978F}" sibTransId="{01AD3121-2EA7-4E93-A8B5-24FFBD4CF9B6}"/>
    <dgm:cxn modelId="{DDBDB17E-A6D7-4F55-B891-480A039FE86A}" type="presOf" srcId="{CF229976-9019-4796-BE1C-B0569AF189F5}" destId="{F01DEEF7-0103-4E14-9A86-7B88BB8F8824}" srcOrd="0" destOrd="0" presId="urn:microsoft.com/office/officeart/2018/2/layout/IconVerticalSolidList"/>
    <dgm:cxn modelId="{65667A95-8FBE-47B6-8F04-0997026099C6}" srcId="{35E16C58-3544-42AB-8C9A-CE2D1CEC0BF5}" destId="{79E96252-E0AB-4BF7-8CC1-4CBAF1846B6D}" srcOrd="2" destOrd="0" parTransId="{80952640-F77D-469C-B17D-72D3E89FA9A1}" sibTransId="{592F401F-90EC-4CDF-B85B-4000CF0247A8}"/>
    <dgm:cxn modelId="{2E7D4FA1-A1BE-4D93-A844-36AFBEA8D3EF}" srcId="{B9C1E721-EEF4-4D87-AE98-2754602E3CD8}" destId="{623E25E2-659B-4B38-8E9E-12B6EABE938B}" srcOrd="0" destOrd="0" parTransId="{6B1F7724-5616-46D9-B53B-EAB178381281}" sibTransId="{4BEB583D-02E1-4543-8DA8-C850988B3CD5}"/>
    <dgm:cxn modelId="{3874A2A6-6869-480E-9889-61A7D58F02A1}" srcId="{8C66F77E-E17D-48B0-93EB-F7A834D2D50B}" destId="{04506AF8-DFE4-4F33-AD09-12672C8489D9}" srcOrd="1" destOrd="0" parTransId="{42ABCA14-36F9-4CF4-BEBF-D24FD3D4667C}" sibTransId="{A2DD61F2-73FF-44D3-AB12-E07F32AF9C20}"/>
    <dgm:cxn modelId="{603A87AF-0698-4F1C-87C0-3D085F076D1C}" type="presOf" srcId="{59B735C8-3E12-421B-A7FA-19A9E166DA91}" destId="{40EA456F-0F8E-4A16-9473-B9A8A7EDFB70}" srcOrd="0" destOrd="0" presId="urn:microsoft.com/office/officeart/2018/2/layout/IconVerticalSolidList"/>
    <dgm:cxn modelId="{08B122C7-BF02-4FAE-9B9D-7B484B5C5644}" srcId="{35E16C58-3544-42AB-8C9A-CE2D1CEC0BF5}" destId="{CF229976-9019-4796-BE1C-B0569AF189F5}" srcOrd="0" destOrd="0" parTransId="{F2642B64-3FEF-4A9A-8DAF-A5683117197D}" sibTransId="{982D7845-937E-4569-B323-8AD0CF2961E1}"/>
    <dgm:cxn modelId="{51C2AFC7-8D0D-4720-92A2-FCE327EB2767}" type="presOf" srcId="{35E16C58-3544-42AB-8C9A-CE2D1CEC0BF5}" destId="{85028BBF-5614-4A32-B18E-1B8C0C8CB688}" srcOrd="0" destOrd="0" presId="urn:microsoft.com/office/officeart/2018/2/layout/IconVerticalSolidList"/>
    <dgm:cxn modelId="{02B076EC-1EE7-46C2-8742-657769999ACF}" type="presOf" srcId="{91F68D04-2814-4AFF-B2AF-6BFDB21E1D3F}" destId="{F01DEEF7-0103-4E14-9A86-7B88BB8F8824}" srcOrd="0" destOrd="1" presId="urn:microsoft.com/office/officeart/2018/2/layout/IconVerticalSolidList"/>
    <dgm:cxn modelId="{469828FD-2981-411C-95C0-C8E6DEF606B4}" srcId="{B9C1E721-EEF4-4D87-AE98-2754602E3CD8}" destId="{8C66F77E-E17D-48B0-93EB-F7A834D2D50B}" srcOrd="2" destOrd="0" parTransId="{C32AC3A7-B14E-4169-BF90-8EB975921562}" sibTransId="{D4A38E70-8007-4E22-9C75-F532AE5855AB}"/>
    <dgm:cxn modelId="{05428D8C-DCF0-4802-B93A-EAD920DFBE35}" type="presParOf" srcId="{8526E108-56F8-4951-9FD3-D15124A7FD7D}" destId="{6C8534A5-35F6-4796-9998-58F617440D29}" srcOrd="0" destOrd="0" presId="urn:microsoft.com/office/officeart/2018/2/layout/IconVerticalSolidList"/>
    <dgm:cxn modelId="{3713469C-CFFC-4C77-A28F-F0136C683CDD}" type="presParOf" srcId="{6C8534A5-35F6-4796-9998-58F617440D29}" destId="{6936CE1E-CB9B-4FD0-89FD-3B2B057A9B07}" srcOrd="0" destOrd="0" presId="urn:microsoft.com/office/officeart/2018/2/layout/IconVerticalSolidList"/>
    <dgm:cxn modelId="{BAC30916-F9FF-4267-B1B8-EEE13A286951}" type="presParOf" srcId="{6C8534A5-35F6-4796-9998-58F617440D29}" destId="{71D9BF60-96DD-4CFF-9895-A109385F9E20}" srcOrd="1" destOrd="0" presId="urn:microsoft.com/office/officeart/2018/2/layout/IconVerticalSolidList"/>
    <dgm:cxn modelId="{A6BD924F-0955-4380-808A-EF4F64B9171C}" type="presParOf" srcId="{6C8534A5-35F6-4796-9998-58F617440D29}" destId="{3ACB4D94-A22A-44C5-BEC0-56A9AB0174B8}" srcOrd="2" destOrd="0" presId="urn:microsoft.com/office/officeart/2018/2/layout/IconVerticalSolidList"/>
    <dgm:cxn modelId="{12FD9F13-71F5-40DA-8503-7454CF884AC6}" type="presParOf" srcId="{6C8534A5-35F6-4796-9998-58F617440D29}" destId="{88F2E430-B6A1-46D8-B779-3E018F8B85B8}" srcOrd="3" destOrd="0" presId="urn:microsoft.com/office/officeart/2018/2/layout/IconVerticalSolidList"/>
    <dgm:cxn modelId="{3DAA75E9-7F98-4E47-9E55-335F8A357E33}" type="presParOf" srcId="{8526E108-56F8-4951-9FD3-D15124A7FD7D}" destId="{6162F4BC-272B-4C6A-AA66-3961825E9957}" srcOrd="1" destOrd="0" presId="urn:microsoft.com/office/officeart/2018/2/layout/IconVerticalSolidList"/>
    <dgm:cxn modelId="{7E257914-32A7-4EFD-990E-539237904C3B}" type="presParOf" srcId="{8526E108-56F8-4951-9FD3-D15124A7FD7D}" destId="{BFC62D1F-087D-4EF5-A5DB-B655A39DAF84}" srcOrd="2" destOrd="0" presId="urn:microsoft.com/office/officeart/2018/2/layout/IconVerticalSolidList"/>
    <dgm:cxn modelId="{D9137A64-39F9-4F5C-86CA-35B5DCA54FB3}" type="presParOf" srcId="{BFC62D1F-087D-4EF5-A5DB-B655A39DAF84}" destId="{D65CF6CA-D356-4592-A169-AC2EB7010834}" srcOrd="0" destOrd="0" presId="urn:microsoft.com/office/officeart/2018/2/layout/IconVerticalSolidList"/>
    <dgm:cxn modelId="{5D8466CA-A5DE-4699-AF8A-4EBEB0023749}" type="presParOf" srcId="{BFC62D1F-087D-4EF5-A5DB-B655A39DAF84}" destId="{C9967C9B-C460-4A42-A76B-2D8AAE6C6741}" srcOrd="1" destOrd="0" presId="urn:microsoft.com/office/officeart/2018/2/layout/IconVerticalSolidList"/>
    <dgm:cxn modelId="{6CC18E86-06D8-4944-8F61-78529BA04353}" type="presParOf" srcId="{BFC62D1F-087D-4EF5-A5DB-B655A39DAF84}" destId="{BED5E6AA-B012-4EFB-A00C-D66F8E61F266}" srcOrd="2" destOrd="0" presId="urn:microsoft.com/office/officeart/2018/2/layout/IconVerticalSolidList"/>
    <dgm:cxn modelId="{3EB1ACCC-A838-4B30-9ED9-CBA58CF47AC0}" type="presParOf" srcId="{BFC62D1F-087D-4EF5-A5DB-B655A39DAF84}" destId="{85028BBF-5614-4A32-B18E-1B8C0C8CB688}" srcOrd="3" destOrd="0" presId="urn:microsoft.com/office/officeart/2018/2/layout/IconVerticalSolidList"/>
    <dgm:cxn modelId="{5648337D-2261-401A-A051-289F59E60CBF}" type="presParOf" srcId="{BFC62D1F-087D-4EF5-A5DB-B655A39DAF84}" destId="{F01DEEF7-0103-4E14-9A86-7B88BB8F8824}" srcOrd="4" destOrd="0" presId="urn:microsoft.com/office/officeart/2018/2/layout/IconVerticalSolidList"/>
    <dgm:cxn modelId="{7ACCC799-7AA8-4A4C-AB8A-23E1B13B1963}" type="presParOf" srcId="{8526E108-56F8-4951-9FD3-D15124A7FD7D}" destId="{4FB22CE6-9E0D-41EF-A8B2-C324CD863000}" srcOrd="3" destOrd="0" presId="urn:microsoft.com/office/officeart/2018/2/layout/IconVerticalSolidList"/>
    <dgm:cxn modelId="{8119C45A-25C5-4A2C-8AEC-CC1297997DBB}" type="presParOf" srcId="{8526E108-56F8-4951-9FD3-D15124A7FD7D}" destId="{B531538C-B899-43CD-B4A9-A4322486AD2E}" srcOrd="4" destOrd="0" presId="urn:microsoft.com/office/officeart/2018/2/layout/IconVerticalSolidList"/>
    <dgm:cxn modelId="{D4716EA1-90D6-4A4A-A86E-5F3E02635F89}" type="presParOf" srcId="{B531538C-B899-43CD-B4A9-A4322486AD2E}" destId="{7AC89D34-0241-4613-BA31-8296494FAB4E}" srcOrd="0" destOrd="0" presId="urn:microsoft.com/office/officeart/2018/2/layout/IconVerticalSolidList"/>
    <dgm:cxn modelId="{7D4BE9BE-7606-4345-89B8-20E0BF461C80}" type="presParOf" srcId="{B531538C-B899-43CD-B4A9-A4322486AD2E}" destId="{E8A80A4C-730E-4AB5-B546-513CD96B8900}" srcOrd="1" destOrd="0" presId="urn:microsoft.com/office/officeart/2018/2/layout/IconVerticalSolidList"/>
    <dgm:cxn modelId="{1E26787A-D586-4D90-92C5-926C60AFF10C}" type="presParOf" srcId="{B531538C-B899-43CD-B4A9-A4322486AD2E}" destId="{CD0A096E-7BBB-4562-87CF-075C71301751}" srcOrd="2" destOrd="0" presId="urn:microsoft.com/office/officeart/2018/2/layout/IconVerticalSolidList"/>
    <dgm:cxn modelId="{CBA9A717-4026-4770-8234-ED29ABCBFBE3}" type="presParOf" srcId="{B531538C-B899-43CD-B4A9-A4322486AD2E}" destId="{9441C62E-CA1D-44C2-8EB2-EDC248E13485}" srcOrd="3" destOrd="0" presId="urn:microsoft.com/office/officeart/2018/2/layout/IconVerticalSolidList"/>
    <dgm:cxn modelId="{C923C543-6FF4-4F1B-85F9-9FF7D1ED83AB}" type="presParOf" srcId="{B531538C-B899-43CD-B4A9-A4322486AD2E}" destId="{40EA456F-0F8E-4A16-9473-B9A8A7EDFB70}" srcOrd="4" destOrd="0" presId="urn:microsoft.com/office/officeart/2018/2/layout/IconVerticalSolidList"/>
    <dgm:cxn modelId="{D69F29A6-10C4-4832-8159-FAF5AD3AE468}" type="presParOf" srcId="{8526E108-56F8-4951-9FD3-D15124A7FD7D}" destId="{DDE5FEC7-A362-46A4-BC1D-61F3A248F244}" srcOrd="5" destOrd="0" presId="urn:microsoft.com/office/officeart/2018/2/layout/IconVerticalSolidList"/>
    <dgm:cxn modelId="{49B21E64-3DC3-4557-8594-4C76FBB03E4E}" type="presParOf" srcId="{8526E108-56F8-4951-9FD3-D15124A7FD7D}" destId="{B326C5F1-51AF-48DD-81E6-A1D6EA9912F4}" srcOrd="6" destOrd="0" presId="urn:microsoft.com/office/officeart/2018/2/layout/IconVerticalSolidList"/>
    <dgm:cxn modelId="{49716747-3735-4B52-A233-94067431307E}" type="presParOf" srcId="{B326C5F1-51AF-48DD-81E6-A1D6EA9912F4}" destId="{2C4E8C8D-4A4A-4726-8784-6F6AC93F31CC}" srcOrd="0" destOrd="0" presId="urn:microsoft.com/office/officeart/2018/2/layout/IconVerticalSolidList"/>
    <dgm:cxn modelId="{EFC8203A-46E9-4831-8CA0-47D5B5A7BA17}" type="presParOf" srcId="{B326C5F1-51AF-48DD-81E6-A1D6EA9912F4}" destId="{3D1EDFEF-CEF0-42A8-9F27-00732786C46B}" srcOrd="1" destOrd="0" presId="urn:microsoft.com/office/officeart/2018/2/layout/IconVerticalSolidList"/>
    <dgm:cxn modelId="{A18BFEA7-1250-49F1-A97F-9B3362ABC2B3}" type="presParOf" srcId="{B326C5F1-51AF-48DD-81E6-A1D6EA9912F4}" destId="{EA0D0A10-682F-4814-A1CF-1EA0DF7B077F}" srcOrd="2" destOrd="0" presId="urn:microsoft.com/office/officeart/2018/2/layout/IconVerticalSolidList"/>
    <dgm:cxn modelId="{A76C8A09-BC51-4884-BA4F-5E5CB5730F77}" type="presParOf" srcId="{B326C5F1-51AF-48DD-81E6-A1D6EA9912F4}" destId="{6E950035-B71E-445F-9CE8-AE45F80A0D3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62B5402-925D-4D93-B04B-78A7AA0ABA9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480138D-7A87-4817-9E9B-A937B441780E}">
      <dgm:prSet/>
      <dgm:spPr/>
      <dgm:t>
        <a:bodyPr/>
        <a:lstStyle/>
        <a:p>
          <a:r>
            <a:rPr lang="pt-BR" b="1" i="0" baseline="0"/>
            <a:t>Objetivo</a:t>
          </a:r>
          <a:r>
            <a:rPr lang="pt-BR" b="0" i="0" baseline="0"/>
            <a:t>: registrar informações de forma organizada para posterior análise.</a:t>
          </a:r>
          <a:endParaRPr lang="en-US"/>
        </a:p>
      </dgm:t>
    </dgm:pt>
    <dgm:pt modelId="{FAB4AB76-835D-4EB1-8201-4A27822587CE}" type="parTrans" cxnId="{2B5BE811-82C2-470F-A4A3-A50A8E2484DA}">
      <dgm:prSet/>
      <dgm:spPr/>
      <dgm:t>
        <a:bodyPr/>
        <a:lstStyle/>
        <a:p>
          <a:endParaRPr lang="en-US"/>
        </a:p>
      </dgm:t>
    </dgm:pt>
    <dgm:pt modelId="{86CBFA40-51B2-4781-B274-02050A57CA2E}" type="sibTrans" cxnId="{2B5BE811-82C2-470F-A4A3-A50A8E2484DA}">
      <dgm:prSet/>
      <dgm:spPr/>
      <dgm:t>
        <a:bodyPr/>
        <a:lstStyle/>
        <a:p>
          <a:endParaRPr lang="en-US"/>
        </a:p>
      </dgm:t>
    </dgm:pt>
    <dgm:pt modelId="{158AC2B7-0C88-4E43-9FC2-284AE90DCD17}">
      <dgm:prSet/>
      <dgm:spPr/>
      <dgm:t>
        <a:bodyPr/>
        <a:lstStyle/>
        <a:p>
          <a:r>
            <a:rPr lang="pt-BR" b="0" i="0" baseline="0"/>
            <a:t>Etapas principais:</a:t>
          </a:r>
          <a:endParaRPr lang="en-US"/>
        </a:p>
      </dgm:t>
    </dgm:pt>
    <dgm:pt modelId="{6A50E55C-D508-4F02-BD54-0C08D5D98D98}" type="parTrans" cxnId="{56EBA7B2-D600-4531-97FF-CAD9D0965639}">
      <dgm:prSet/>
      <dgm:spPr/>
      <dgm:t>
        <a:bodyPr/>
        <a:lstStyle/>
        <a:p>
          <a:endParaRPr lang="en-US"/>
        </a:p>
      </dgm:t>
    </dgm:pt>
    <dgm:pt modelId="{3A9EDBAA-B88E-4AD7-A4E5-D1AEB1B1AEF6}" type="sibTrans" cxnId="{56EBA7B2-D600-4531-97FF-CAD9D0965639}">
      <dgm:prSet/>
      <dgm:spPr/>
      <dgm:t>
        <a:bodyPr/>
        <a:lstStyle/>
        <a:p>
          <a:endParaRPr lang="en-US"/>
        </a:p>
      </dgm:t>
    </dgm:pt>
    <dgm:pt modelId="{E0AA32C3-7161-4617-B547-808168C273CD}">
      <dgm:prSet/>
      <dgm:spPr/>
      <dgm:t>
        <a:bodyPr/>
        <a:lstStyle/>
        <a:p>
          <a:r>
            <a:rPr lang="pt-BR" b="0" i="0" baseline="0"/>
            <a:t>Definir quais </a:t>
          </a:r>
          <a:r>
            <a:rPr lang="pt-BR" b="1" i="0" baseline="0"/>
            <a:t>métricas</a:t>
          </a:r>
          <a:r>
            <a:rPr lang="pt-BR" b="0" i="0" baseline="0"/>
            <a:t> serão coletadas (ex.: tempo de resposta, throughput, jitter).</a:t>
          </a:r>
          <a:endParaRPr lang="en-US"/>
        </a:p>
      </dgm:t>
    </dgm:pt>
    <dgm:pt modelId="{3EC98577-6D56-4048-87C9-1625BA33D6A6}" type="parTrans" cxnId="{EE083F57-14D9-44C5-AC3D-D5E46DE88BAF}">
      <dgm:prSet/>
      <dgm:spPr/>
      <dgm:t>
        <a:bodyPr/>
        <a:lstStyle/>
        <a:p>
          <a:endParaRPr lang="en-US"/>
        </a:p>
      </dgm:t>
    </dgm:pt>
    <dgm:pt modelId="{F0AB7AFF-50C9-4C00-B91C-68B5C284ACBB}" type="sibTrans" cxnId="{EE083F57-14D9-44C5-AC3D-D5E46DE88BAF}">
      <dgm:prSet/>
      <dgm:spPr/>
      <dgm:t>
        <a:bodyPr/>
        <a:lstStyle/>
        <a:p>
          <a:endParaRPr lang="en-US"/>
        </a:p>
      </dgm:t>
    </dgm:pt>
    <dgm:pt modelId="{439885AE-E085-4CED-99E1-0BC5FFF5072E}">
      <dgm:prSet/>
      <dgm:spPr/>
      <dgm:t>
        <a:bodyPr/>
        <a:lstStyle/>
        <a:p>
          <a:r>
            <a:rPr lang="pt-BR" b="0" i="0" baseline="0"/>
            <a:t>Utilizar ferramentas de monitoramento confiáveis.</a:t>
          </a:r>
          <a:endParaRPr lang="en-US"/>
        </a:p>
      </dgm:t>
    </dgm:pt>
    <dgm:pt modelId="{A50AE396-AA6D-4685-9FFA-B6874649523F}" type="parTrans" cxnId="{8C2E5579-2D61-4B42-A491-32FB9979F594}">
      <dgm:prSet/>
      <dgm:spPr/>
      <dgm:t>
        <a:bodyPr/>
        <a:lstStyle/>
        <a:p>
          <a:endParaRPr lang="en-US"/>
        </a:p>
      </dgm:t>
    </dgm:pt>
    <dgm:pt modelId="{9323CC3F-B1DA-4033-8F0B-1509C0E26CAE}" type="sibTrans" cxnId="{8C2E5579-2D61-4B42-A491-32FB9979F594}">
      <dgm:prSet/>
      <dgm:spPr/>
      <dgm:t>
        <a:bodyPr/>
        <a:lstStyle/>
        <a:p>
          <a:endParaRPr lang="en-US"/>
        </a:p>
      </dgm:t>
    </dgm:pt>
    <dgm:pt modelId="{46BE773C-CF2E-4696-B073-CCB23AA47DE5}">
      <dgm:prSet/>
      <dgm:spPr/>
      <dgm:t>
        <a:bodyPr/>
        <a:lstStyle/>
        <a:p>
          <a:r>
            <a:rPr lang="pt-BR" b="0" i="0" baseline="0"/>
            <a:t>Garantir </a:t>
          </a:r>
          <a:r>
            <a:rPr lang="pt-BR" b="1" i="0" baseline="0"/>
            <a:t>consistência</a:t>
          </a:r>
          <a:r>
            <a:rPr lang="pt-BR" b="0" i="0" baseline="0"/>
            <a:t> e </a:t>
          </a:r>
          <a:r>
            <a:rPr lang="pt-BR" b="1" i="0" baseline="0"/>
            <a:t>periodicidade</a:t>
          </a:r>
          <a:r>
            <a:rPr lang="pt-BR" b="0" i="0" baseline="0"/>
            <a:t> das medições.</a:t>
          </a:r>
          <a:endParaRPr lang="en-US"/>
        </a:p>
      </dgm:t>
    </dgm:pt>
    <dgm:pt modelId="{3CBF0C8B-3FB5-4BC8-AFBA-B1FD347CFF1F}" type="parTrans" cxnId="{82C24E06-1A7B-4C1C-9614-0085DE7CB656}">
      <dgm:prSet/>
      <dgm:spPr/>
      <dgm:t>
        <a:bodyPr/>
        <a:lstStyle/>
        <a:p>
          <a:endParaRPr lang="en-US"/>
        </a:p>
      </dgm:t>
    </dgm:pt>
    <dgm:pt modelId="{266EE968-27CB-44DE-827F-67922E38C6B9}" type="sibTrans" cxnId="{82C24E06-1A7B-4C1C-9614-0085DE7CB656}">
      <dgm:prSet/>
      <dgm:spPr/>
      <dgm:t>
        <a:bodyPr/>
        <a:lstStyle/>
        <a:p>
          <a:endParaRPr lang="en-US"/>
        </a:p>
      </dgm:t>
    </dgm:pt>
    <dgm:pt modelId="{7857E48C-921F-4892-BA65-453098BD7849}">
      <dgm:prSet/>
      <dgm:spPr/>
      <dgm:t>
        <a:bodyPr/>
        <a:lstStyle/>
        <a:p>
          <a:r>
            <a:rPr lang="pt-BR" b="0" i="0" baseline="0"/>
            <a:t>Boas práticas:</a:t>
          </a:r>
          <a:endParaRPr lang="en-US"/>
        </a:p>
      </dgm:t>
    </dgm:pt>
    <dgm:pt modelId="{E969770B-4855-47EF-8E50-83B1280B2212}" type="parTrans" cxnId="{9A74B3AB-25E2-4B33-B4C9-B170F7B3C9B9}">
      <dgm:prSet/>
      <dgm:spPr/>
      <dgm:t>
        <a:bodyPr/>
        <a:lstStyle/>
        <a:p>
          <a:endParaRPr lang="en-US"/>
        </a:p>
      </dgm:t>
    </dgm:pt>
    <dgm:pt modelId="{A9D15B3D-6393-4741-9D52-395461E2AB7C}" type="sibTrans" cxnId="{9A74B3AB-25E2-4B33-B4C9-B170F7B3C9B9}">
      <dgm:prSet/>
      <dgm:spPr/>
      <dgm:t>
        <a:bodyPr/>
        <a:lstStyle/>
        <a:p>
          <a:endParaRPr lang="en-US"/>
        </a:p>
      </dgm:t>
    </dgm:pt>
    <dgm:pt modelId="{17B2BD10-FFF6-4CE9-84E2-9A36D6B11FBE}">
      <dgm:prSet/>
      <dgm:spPr/>
      <dgm:t>
        <a:bodyPr/>
        <a:lstStyle/>
        <a:p>
          <a:r>
            <a:rPr lang="pt-BR" b="0" i="0" baseline="0"/>
            <a:t>Repetir medições para reduzir variabilidade.</a:t>
          </a:r>
          <a:endParaRPr lang="en-US"/>
        </a:p>
      </dgm:t>
    </dgm:pt>
    <dgm:pt modelId="{D3127E79-FB55-49B7-B743-414CE41EA293}" type="parTrans" cxnId="{605EC4AD-74C8-43D5-9083-8F2EB891CD91}">
      <dgm:prSet/>
      <dgm:spPr/>
      <dgm:t>
        <a:bodyPr/>
        <a:lstStyle/>
        <a:p>
          <a:endParaRPr lang="en-US"/>
        </a:p>
      </dgm:t>
    </dgm:pt>
    <dgm:pt modelId="{13E438B6-30EB-419B-ADE5-017078223898}" type="sibTrans" cxnId="{605EC4AD-74C8-43D5-9083-8F2EB891CD91}">
      <dgm:prSet/>
      <dgm:spPr/>
      <dgm:t>
        <a:bodyPr/>
        <a:lstStyle/>
        <a:p>
          <a:endParaRPr lang="en-US"/>
        </a:p>
      </dgm:t>
    </dgm:pt>
    <dgm:pt modelId="{E08DE917-F0DA-493E-A7E0-951532374034}">
      <dgm:prSet/>
      <dgm:spPr/>
      <dgm:t>
        <a:bodyPr/>
        <a:lstStyle/>
        <a:p>
          <a:r>
            <a:rPr lang="pt-BR" b="0" i="0" baseline="0"/>
            <a:t>Documentar parâmetros de cada execução.</a:t>
          </a:r>
          <a:endParaRPr lang="en-US"/>
        </a:p>
      </dgm:t>
    </dgm:pt>
    <dgm:pt modelId="{E255E1D4-B355-49C0-8AA7-80DC68137533}" type="parTrans" cxnId="{345108DE-5AFA-40F8-B9E9-4DAA21779B86}">
      <dgm:prSet/>
      <dgm:spPr/>
      <dgm:t>
        <a:bodyPr/>
        <a:lstStyle/>
        <a:p>
          <a:endParaRPr lang="en-US"/>
        </a:p>
      </dgm:t>
    </dgm:pt>
    <dgm:pt modelId="{A54BAA59-4B2E-4030-A751-D14DB3AD940A}" type="sibTrans" cxnId="{345108DE-5AFA-40F8-B9E9-4DAA21779B86}">
      <dgm:prSet/>
      <dgm:spPr/>
      <dgm:t>
        <a:bodyPr/>
        <a:lstStyle/>
        <a:p>
          <a:endParaRPr lang="en-US"/>
        </a:p>
      </dgm:t>
    </dgm:pt>
    <dgm:pt modelId="{F0ED8DFC-CBCF-4447-874B-D880D7B1810A}">
      <dgm:prSet/>
      <dgm:spPr/>
      <dgm:t>
        <a:bodyPr/>
        <a:lstStyle/>
        <a:p>
          <a:r>
            <a:rPr lang="pt-BR" b="0" i="0" baseline="0"/>
            <a:t>Exemplo: uso de </a:t>
          </a:r>
          <a:r>
            <a:rPr lang="pt-BR" b="1" i="0" baseline="0"/>
            <a:t>Wireshark</a:t>
          </a:r>
          <a:r>
            <a:rPr lang="pt-BR" b="0" i="0" baseline="0"/>
            <a:t> para capturar pacotes e medir latência média entre cliente e servidor.</a:t>
          </a:r>
          <a:endParaRPr lang="en-US"/>
        </a:p>
      </dgm:t>
    </dgm:pt>
    <dgm:pt modelId="{1E9978C3-702F-461D-B60C-D0083DA5C183}" type="parTrans" cxnId="{E0D39053-908D-4AD8-A03B-6ACFA8BB40CA}">
      <dgm:prSet/>
      <dgm:spPr/>
      <dgm:t>
        <a:bodyPr/>
        <a:lstStyle/>
        <a:p>
          <a:endParaRPr lang="en-US"/>
        </a:p>
      </dgm:t>
    </dgm:pt>
    <dgm:pt modelId="{A5DCE26A-907A-4464-BCDB-5D1DA5E02B38}" type="sibTrans" cxnId="{E0D39053-908D-4AD8-A03B-6ACFA8BB40CA}">
      <dgm:prSet/>
      <dgm:spPr/>
      <dgm:t>
        <a:bodyPr/>
        <a:lstStyle/>
        <a:p>
          <a:endParaRPr lang="en-US"/>
        </a:p>
      </dgm:t>
    </dgm:pt>
    <dgm:pt modelId="{2A9DE3B5-28C2-4C61-9F4A-3DC706D263A2}" type="pres">
      <dgm:prSet presAssocID="{B62B5402-925D-4D93-B04B-78A7AA0ABA9F}" presName="linear" presStyleCnt="0">
        <dgm:presLayoutVars>
          <dgm:animLvl val="lvl"/>
          <dgm:resizeHandles val="exact"/>
        </dgm:presLayoutVars>
      </dgm:prSet>
      <dgm:spPr/>
    </dgm:pt>
    <dgm:pt modelId="{0484F300-F204-4128-B911-3B53CE3A5548}" type="pres">
      <dgm:prSet presAssocID="{2480138D-7A87-4817-9E9B-A937B441780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08E6D16-BB1B-4D4D-9A91-F1A8708B1B71}" type="pres">
      <dgm:prSet presAssocID="{86CBFA40-51B2-4781-B274-02050A57CA2E}" presName="spacer" presStyleCnt="0"/>
      <dgm:spPr/>
    </dgm:pt>
    <dgm:pt modelId="{8585CEFD-7E5D-491C-A65C-3A0C2D3F8E0F}" type="pres">
      <dgm:prSet presAssocID="{158AC2B7-0C88-4E43-9FC2-284AE90DCD1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2B5082A-1599-4E65-9092-B1F45FFB3593}" type="pres">
      <dgm:prSet presAssocID="{158AC2B7-0C88-4E43-9FC2-284AE90DCD17}" presName="childText" presStyleLbl="revTx" presStyleIdx="0" presStyleCnt="2">
        <dgm:presLayoutVars>
          <dgm:bulletEnabled val="1"/>
        </dgm:presLayoutVars>
      </dgm:prSet>
      <dgm:spPr/>
    </dgm:pt>
    <dgm:pt modelId="{FDAC38D7-95B2-4600-8746-0CB22FCA13FA}" type="pres">
      <dgm:prSet presAssocID="{7857E48C-921F-4892-BA65-453098BD784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399EF2F-F97B-4D34-9C5E-C42CD2F27C3F}" type="pres">
      <dgm:prSet presAssocID="{7857E48C-921F-4892-BA65-453098BD7849}" presName="childText" presStyleLbl="revTx" presStyleIdx="1" presStyleCnt="2">
        <dgm:presLayoutVars>
          <dgm:bulletEnabled val="1"/>
        </dgm:presLayoutVars>
      </dgm:prSet>
      <dgm:spPr/>
    </dgm:pt>
    <dgm:pt modelId="{8F9373A3-5159-4EF0-B086-9B56711F8F8B}" type="pres">
      <dgm:prSet presAssocID="{F0ED8DFC-CBCF-4447-874B-D880D7B1810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2C24E06-1A7B-4C1C-9614-0085DE7CB656}" srcId="{158AC2B7-0C88-4E43-9FC2-284AE90DCD17}" destId="{46BE773C-CF2E-4696-B073-CCB23AA47DE5}" srcOrd="2" destOrd="0" parTransId="{3CBF0C8B-3FB5-4BC8-AFBA-B1FD347CFF1F}" sibTransId="{266EE968-27CB-44DE-827F-67922E38C6B9}"/>
    <dgm:cxn modelId="{2B5BE811-82C2-470F-A4A3-A50A8E2484DA}" srcId="{B62B5402-925D-4D93-B04B-78A7AA0ABA9F}" destId="{2480138D-7A87-4817-9E9B-A937B441780E}" srcOrd="0" destOrd="0" parTransId="{FAB4AB76-835D-4EB1-8201-4A27822587CE}" sibTransId="{86CBFA40-51B2-4781-B274-02050A57CA2E}"/>
    <dgm:cxn modelId="{BCBA231C-F5B6-439C-A2F7-FBFCDB03DBFA}" type="presOf" srcId="{17B2BD10-FFF6-4CE9-84E2-9A36D6B11FBE}" destId="{C399EF2F-F97B-4D34-9C5E-C42CD2F27C3F}" srcOrd="0" destOrd="0" presId="urn:microsoft.com/office/officeart/2005/8/layout/vList2"/>
    <dgm:cxn modelId="{C55CF81D-EAD8-4622-84B0-CFC666022AF9}" type="presOf" srcId="{7857E48C-921F-4892-BA65-453098BD7849}" destId="{FDAC38D7-95B2-4600-8746-0CB22FCA13FA}" srcOrd="0" destOrd="0" presId="urn:microsoft.com/office/officeart/2005/8/layout/vList2"/>
    <dgm:cxn modelId="{57DD0439-0F37-4E23-88BD-5152FA6CC63F}" type="presOf" srcId="{F0ED8DFC-CBCF-4447-874B-D880D7B1810A}" destId="{8F9373A3-5159-4EF0-B086-9B56711F8F8B}" srcOrd="0" destOrd="0" presId="urn:microsoft.com/office/officeart/2005/8/layout/vList2"/>
    <dgm:cxn modelId="{7112145B-E8A3-41AD-97BB-1C4B8A96EB9A}" type="presOf" srcId="{B62B5402-925D-4D93-B04B-78A7AA0ABA9F}" destId="{2A9DE3B5-28C2-4C61-9F4A-3DC706D263A2}" srcOrd="0" destOrd="0" presId="urn:microsoft.com/office/officeart/2005/8/layout/vList2"/>
    <dgm:cxn modelId="{6FE5785E-9067-4D7B-A992-FD93A46F8214}" type="presOf" srcId="{158AC2B7-0C88-4E43-9FC2-284AE90DCD17}" destId="{8585CEFD-7E5D-491C-A65C-3A0C2D3F8E0F}" srcOrd="0" destOrd="0" presId="urn:microsoft.com/office/officeart/2005/8/layout/vList2"/>
    <dgm:cxn modelId="{2B49474E-C797-4980-9B77-48FA1D5EDE18}" type="presOf" srcId="{E0AA32C3-7161-4617-B547-808168C273CD}" destId="{62B5082A-1599-4E65-9092-B1F45FFB3593}" srcOrd="0" destOrd="0" presId="urn:microsoft.com/office/officeart/2005/8/layout/vList2"/>
    <dgm:cxn modelId="{E0D39053-908D-4AD8-A03B-6ACFA8BB40CA}" srcId="{B62B5402-925D-4D93-B04B-78A7AA0ABA9F}" destId="{F0ED8DFC-CBCF-4447-874B-D880D7B1810A}" srcOrd="3" destOrd="0" parTransId="{1E9978C3-702F-461D-B60C-D0083DA5C183}" sibTransId="{A5DCE26A-907A-4464-BCDB-5D1DA5E02B38}"/>
    <dgm:cxn modelId="{EE083F57-14D9-44C5-AC3D-D5E46DE88BAF}" srcId="{158AC2B7-0C88-4E43-9FC2-284AE90DCD17}" destId="{E0AA32C3-7161-4617-B547-808168C273CD}" srcOrd="0" destOrd="0" parTransId="{3EC98577-6D56-4048-87C9-1625BA33D6A6}" sibTransId="{F0AB7AFF-50C9-4C00-B91C-68B5C284ACBB}"/>
    <dgm:cxn modelId="{8C2E5579-2D61-4B42-A491-32FB9979F594}" srcId="{158AC2B7-0C88-4E43-9FC2-284AE90DCD17}" destId="{439885AE-E085-4CED-99E1-0BC5FFF5072E}" srcOrd="1" destOrd="0" parTransId="{A50AE396-AA6D-4685-9FFA-B6874649523F}" sibTransId="{9323CC3F-B1DA-4033-8F0B-1509C0E26CAE}"/>
    <dgm:cxn modelId="{C4C1557C-905A-4FB1-8E2A-B4375CCF9F67}" type="presOf" srcId="{46BE773C-CF2E-4696-B073-CCB23AA47DE5}" destId="{62B5082A-1599-4E65-9092-B1F45FFB3593}" srcOrd="0" destOrd="2" presId="urn:microsoft.com/office/officeart/2005/8/layout/vList2"/>
    <dgm:cxn modelId="{E0B40A92-336C-4B48-B95C-425757F10D81}" type="presOf" srcId="{439885AE-E085-4CED-99E1-0BC5FFF5072E}" destId="{62B5082A-1599-4E65-9092-B1F45FFB3593}" srcOrd="0" destOrd="1" presId="urn:microsoft.com/office/officeart/2005/8/layout/vList2"/>
    <dgm:cxn modelId="{9D526993-C075-4F09-80DC-2927363AE73D}" type="presOf" srcId="{E08DE917-F0DA-493E-A7E0-951532374034}" destId="{C399EF2F-F97B-4D34-9C5E-C42CD2F27C3F}" srcOrd="0" destOrd="1" presId="urn:microsoft.com/office/officeart/2005/8/layout/vList2"/>
    <dgm:cxn modelId="{9A74B3AB-25E2-4B33-B4C9-B170F7B3C9B9}" srcId="{B62B5402-925D-4D93-B04B-78A7AA0ABA9F}" destId="{7857E48C-921F-4892-BA65-453098BD7849}" srcOrd="2" destOrd="0" parTransId="{E969770B-4855-47EF-8E50-83B1280B2212}" sibTransId="{A9D15B3D-6393-4741-9D52-395461E2AB7C}"/>
    <dgm:cxn modelId="{12AEFCAB-535D-4C40-BB81-AFD10F7A5E7B}" type="presOf" srcId="{2480138D-7A87-4817-9E9B-A937B441780E}" destId="{0484F300-F204-4128-B911-3B53CE3A5548}" srcOrd="0" destOrd="0" presId="urn:microsoft.com/office/officeart/2005/8/layout/vList2"/>
    <dgm:cxn modelId="{605EC4AD-74C8-43D5-9083-8F2EB891CD91}" srcId="{7857E48C-921F-4892-BA65-453098BD7849}" destId="{17B2BD10-FFF6-4CE9-84E2-9A36D6B11FBE}" srcOrd="0" destOrd="0" parTransId="{D3127E79-FB55-49B7-B743-414CE41EA293}" sibTransId="{13E438B6-30EB-419B-ADE5-017078223898}"/>
    <dgm:cxn modelId="{56EBA7B2-D600-4531-97FF-CAD9D0965639}" srcId="{B62B5402-925D-4D93-B04B-78A7AA0ABA9F}" destId="{158AC2B7-0C88-4E43-9FC2-284AE90DCD17}" srcOrd="1" destOrd="0" parTransId="{6A50E55C-D508-4F02-BD54-0C08D5D98D98}" sibTransId="{3A9EDBAA-B88E-4AD7-A4E5-D1AEB1B1AEF6}"/>
    <dgm:cxn modelId="{345108DE-5AFA-40F8-B9E9-4DAA21779B86}" srcId="{7857E48C-921F-4892-BA65-453098BD7849}" destId="{E08DE917-F0DA-493E-A7E0-951532374034}" srcOrd="1" destOrd="0" parTransId="{E255E1D4-B355-49C0-8AA7-80DC68137533}" sibTransId="{A54BAA59-4B2E-4030-A751-D14DB3AD940A}"/>
    <dgm:cxn modelId="{34E949B7-B0CE-4D7A-B22E-AAAD26ACD77D}" type="presParOf" srcId="{2A9DE3B5-28C2-4C61-9F4A-3DC706D263A2}" destId="{0484F300-F204-4128-B911-3B53CE3A5548}" srcOrd="0" destOrd="0" presId="urn:microsoft.com/office/officeart/2005/8/layout/vList2"/>
    <dgm:cxn modelId="{EE3E8CD1-E914-476A-A073-68A23BBE03A3}" type="presParOf" srcId="{2A9DE3B5-28C2-4C61-9F4A-3DC706D263A2}" destId="{708E6D16-BB1B-4D4D-9A91-F1A8708B1B71}" srcOrd="1" destOrd="0" presId="urn:microsoft.com/office/officeart/2005/8/layout/vList2"/>
    <dgm:cxn modelId="{96507845-7E61-4A0B-B961-5763E4FAD0AA}" type="presParOf" srcId="{2A9DE3B5-28C2-4C61-9F4A-3DC706D263A2}" destId="{8585CEFD-7E5D-491C-A65C-3A0C2D3F8E0F}" srcOrd="2" destOrd="0" presId="urn:microsoft.com/office/officeart/2005/8/layout/vList2"/>
    <dgm:cxn modelId="{65862740-3544-497A-A48F-0447E07DB9EF}" type="presParOf" srcId="{2A9DE3B5-28C2-4C61-9F4A-3DC706D263A2}" destId="{62B5082A-1599-4E65-9092-B1F45FFB3593}" srcOrd="3" destOrd="0" presId="urn:microsoft.com/office/officeart/2005/8/layout/vList2"/>
    <dgm:cxn modelId="{918BE2CA-3F99-4BDE-A834-C3168EE711E8}" type="presParOf" srcId="{2A9DE3B5-28C2-4C61-9F4A-3DC706D263A2}" destId="{FDAC38D7-95B2-4600-8746-0CB22FCA13FA}" srcOrd="4" destOrd="0" presId="urn:microsoft.com/office/officeart/2005/8/layout/vList2"/>
    <dgm:cxn modelId="{E90EF870-E8BF-4DF3-9D7A-CA35BB02D877}" type="presParOf" srcId="{2A9DE3B5-28C2-4C61-9F4A-3DC706D263A2}" destId="{C399EF2F-F97B-4D34-9C5E-C42CD2F27C3F}" srcOrd="5" destOrd="0" presId="urn:microsoft.com/office/officeart/2005/8/layout/vList2"/>
    <dgm:cxn modelId="{61EB7B12-E278-493E-AA77-B32727AF9E85}" type="presParOf" srcId="{2A9DE3B5-28C2-4C61-9F4A-3DC706D263A2}" destId="{8F9373A3-5159-4EF0-B086-9B56711F8F8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CF38090-5D54-4944-9578-ED5DA60BAE36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49BA7B7-B675-4859-8FB7-33FFAA619C02}">
      <dgm:prSet/>
      <dgm:spPr/>
      <dgm:t>
        <a:bodyPr/>
        <a:lstStyle/>
        <a:p>
          <a:r>
            <a:rPr lang="pt-BR" b="1"/>
            <a:t>Wireshark</a:t>
          </a:r>
          <a:r>
            <a:rPr lang="pt-BR"/>
            <a:t> → captura e análise detalhada de pacotes.</a:t>
          </a:r>
          <a:endParaRPr lang="en-US"/>
        </a:p>
      </dgm:t>
    </dgm:pt>
    <dgm:pt modelId="{9BFDAB55-E11F-48F8-9DA7-FF8C98C65B14}" type="parTrans" cxnId="{44C231E3-F64D-4F8D-A618-A06BB3574674}">
      <dgm:prSet/>
      <dgm:spPr/>
      <dgm:t>
        <a:bodyPr/>
        <a:lstStyle/>
        <a:p>
          <a:endParaRPr lang="en-US"/>
        </a:p>
      </dgm:t>
    </dgm:pt>
    <dgm:pt modelId="{4BEBF8B8-A6D8-463D-9CB3-2ABAB7739FE9}" type="sibTrans" cxnId="{44C231E3-F64D-4F8D-A618-A06BB3574674}">
      <dgm:prSet/>
      <dgm:spPr/>
      <dgm:t>
        <a:bodyPr/>
        <a:lstStyle/>
        <a:p>
          <a:endParaRPr lang="en-US"/>
        </a:p>
      </dgm:t>
    </dgm:pt>
    <dgm:pt modelId="{ADB571E5-AB8E-459F-9B86-43D00D4AE8B1}">
      <dgm:prSet/>
      <dgm:spPr/>
      <dgm:t>
        <a:bodyPr/>
        <a:lstStyle/>
        <a:p>
          <a:r>
            <a:rPr lang="pt-BR" b="1"/>
            <a:t>IPERF</a:t>
          </a:r>
          <a:r>
            <a:rPr lang="pt-BR"/>
            <a:t> → mede largura de banda, jitter e perda de pacotes.</a:t>
          </a:r>
          <a:endParaRPr lang="en-US"/>
        </a:p>
      </dgm:t>
    </dgm:pt>
    <dgm:pt modelId="{BE3125E6-40E3-408A-9280-12CBC4381D12}" type="parTrans" cxnId="{26348025-8262-4EC2-BA92-8A087B64CEDD}">
      <dgm:prSet/>
      <dgm:spPr/>
      <dgm:t>
        <a:bodyPr/>
        <a:lstStyle/>
        <a:p>
          <a:endParaRPr lang="en-US"/>
        </a:p>
      </dgm:t>
    </dgm:pt>
    <dgm:pt modelId="{557FB640-D6EC-430E-9626-222D1BB289B8}" type="sibTrans" cxnId="{26348025-8262-4EC2-BA92-8A087B64CEDD}">
      <dgm:prSet/>
      <dgm:spPr/>
      <dgm:t>
        <a:bodyPr/>
        <a:lstStyle/>
        <a:p>
          <a:endParaRPr lang="en-US"/>
        </a:p>
      </dgm:t>
    </dgm:pt>
    <dgm:pt modelId="{F574A3D6-7357-403A-B169-41D55CC00D18}">
      <dgm:prSet/>
      <dgm:spPr/>
      <dgm:t>
        <a:bodyPr/>
        <a:lstStyle/>
        <a:p>
          <a:r>
            <a:rPr lang="pt-BR" b="1"/>
            <a:t>JMeter</a:t>
          </a:r>
          <a:r>
            <a:rPr lang="pt-BR"/>
            <a:t> → simula múltiplos usuários e mede tempo de resposta.</a:t>
          </a:r>
          <a:endParaRPr lang="en-US"/>
        </a:p>
      </dgm:t>
    </dgm:pt>
    <dgm:pt modelId="{B52E3B3F-64BD-4779-AF22-74F4FA4E7E4E}" type="parTrans" cxnId="{CC500072-198D-422F-ACEF-B70416CA1366}">
      <dgm:prSet/>
      <dgm:spPr/>
      <dgm:t>
        <a:bodyPr/>
        <a:lstStyle/>
        <a:p>
          <a:endParaRPr lang="en-US"/>
        </a:p>
      </dgm:t>
    </dgm:pt>
    <dgm:pt modelId="{5C661410-E37E-4715-8374-841A13699D5E}" type="sibTrans" cxnId="{CC500072-198D-422F-ACEF-B70416CA1366}">
      <dgm:prSet/>
      <dgm:spPr/>
      <dgm:t>
        <a:bodyPr/>
        <a:lstStyle/>
        <a:p>
          <a:endParaRPr lang="en-US"/>
        </a:p>
      </dgm:t>
    </dgm:pt>
    <dgm:pt modelId="{0EE47017-7D94-479A-A971-5C297834D72D}">
      <dgm:prSet/>
      <dgm:spPr/>
      <dgm:t>
        <a:bodyPr/>
        <a:lstStyle/>
        <a:p>
          <a:r>
            <a:rPr lang="pt-BR" b="1"/>
            <a:t>Nagios / Zabbix</a:t>
          </a:r>
          <a:r>
            <a:rPr lang="pt-BR"/>
            <a:t> → monitoramento contínuo de rede e servidores.</a:t>
          </a:r>
          <a:endParaRPr lang="en-US"/>
        </a:p>
      </dgm:t>
    </dgm:pt>
    <dgm:pt modelId="{98607BF3-C1F2-487A-96E1-EECA08B2392C}" type="parTrans" cxnId="{9A331CB1-D286-4A08-BE7C-A58259031BAB}">
      <dgm:prSet/>
      <dgm:spPr/>
      <dgm:t>
        <a:bodyPr/>
        <a:lstStyle/>
        <a:p>
          <a:endParaRPr lang="en-US"/>
        </a:p>
      </dgm:t>
    </dgm:pt>
    <dgm:pt modelId="{2AA41DE2-ACF5-4905-93FC-B1D2EC77F0DA}" type="sibTrans" cxnId="{9A331CB1-D286-4A08-BE7C-A58259031BAB}">
      <dgm:prSet/>
      <dgm:spPr/>
      <dgm:t>
        <a:bodyPr/>
        <a:lstStyle/>
        <a:p>
          <a:endParaRPr lang="en-US"/>
        </a:p>
      </dgm:t>
    </dgm:pt>
    <dgm:pt modelId="{3FB5E56D-85E5-4582-99D5-DAA390D29CC1}">
      <dgm:prSet/>
      <dgm:spPr/>
      <dgm:t>
        <a:bodyPr/>
        <a:lstStyle/>
        <a:p>
          <a:r>
            <a:rPr lang="pt-BR" b="1"/>
            <a:t>Prometheus + Grafana</a:t>
          </a:r>
          <a:r>
            <a:rPr lang="pt-BR"/>
            <a:t> → coleta e visualização em tempo real (tendência atual).</a:t>
          </a:r>
          <a:endParaRPr lang="en-US"/>
        </a:p>
      </dgm:t>
    </dgm:pt>
    <dgm:pt modelId="{EA369A4D-5C94-4DF9-9BF8-7B362F6BF3EE}" type="parTrans" cxnId="{3DD13D6E-F5C2-4198-BE02-249BDCF9D388}">
      <dgm:prSet/>
      <dgm:spPr/>
      <dgm:t>
        <a:bodyPr/>
        <a:lstStyle/>
        <a:p>
          <a:endParaRPr lang="en-US"/>
        </a:p>
      </dgm:t>
    </dgm:pt>
    <dgm:pt modelId="{AB2BF978-6D1D-4F31-84C6-ECCF9DD549C1}" type="sibTrans" cxnId="{3DD13D6E-F5C2-4198-BE02-249BDCF9D388}">
      <dgm:prSet/>
      <dgm:spPr/>
      <dgm:t>
        <a:bodyPr/>
        <a:lstStyle/>
        <a:p>
          <a:endParaRPr lang="en-US"/>
        </a:p>
      </dgm:t>
    </dgm:pt>
    <dgm:pt modelId="{85A5C1EA-BFB8-45C2-A083-D089BD71C9E3}">
      <dgm:prSet/>
      <dgm:spPr/>
      <dgm:t>
        <a:bodyPr/>
        <a:lstStyle/>
        <a:p>
          <a:r>
            <a:rPr lang="pt-BR"/>
            <a:t>🔗 </a:t>
          </a:r>
          <a:r>
            <a:rPr lang="pt-BR" b="1"/>
            <a:t>Exemplo de vídeo:</a:t>
          </a:r>
          <a:r>
            <a:rPr lang="pt-BR"/>
            <a:t> </a:t>
          </a:r>
          <a:r>
            <a:rPr lang="pt-BR">
              <a:hlinkClick xmlns:r="http://schemas.openxmlformats.org/officeDocument/2006/relationships" r:id="rId1"/>
            </a:rPr>
            <a:t>Introdução ao Wireshark</a:t>
          </a:r>
          <a:endParaRPr lang="en-US"/>
        </a:p>
      </dgm:t>
    </dgm:pt>
    <dgm:pt modelId="{6EE2BF90-F08D-485C-9F7F-DE87A1422B59}" type="parTrans" cxnId="{2C9E9623-CE2D-4D74-8F42-E43527A907F4}">
      <dgm:prSet/>
      <dgm:spPr/>
      <dgm:t>
        <a:bodyPr/>
        <a:lstStyle/>
        <a:p>
          <a:endParaRPr lang="en-US"/>
        </a:p>
      </dgm:t>
    </dgm:pt>
    <dgm:pt modelId="{2715D6D5-1CB6-42DD-B3F4-FAD1286667F4}" type="sibTrans" cxnId="{2C9E9623-CE2D-4D74-8F42-E43527A907F4}">
      <dgm:prSet/>
      <dgm:spPr/>
      <dgm:t>
        <a:bodyPr/>
        <a:lstStyle/>
        <a:p>
          <a:endParaRPr lang="en-US"/>
        </a:p>
      </dgm:t>
    </dgm:pt>
    <dgm:pt modelId="{CE0ED72C-2086-4E11-AEBB-D1F8A9D074E0}" type="pres">
      <dgm:prSet presAssocID="{6CF38090-5D54-4944-9578-ED5DA60BAE36}" presName="vert0" presStyleCnt="0">
        <dgm:presLayoutVars>
          <dgm:dir/>
          <dgm:animOne val="branch"/>
          <dgm:animLvl val="lvl"/>
        </dgm:presLayoutVars>
      </dgm:prSet>
      <dgm:spPr/>
    </dgm:pt>
    <dgm:pt modelId="{E26150D7-E1A6-4BB1-B51C-BB50AB6B6626}" type="pres">
      <dgm:prSet presAssocID="{949BA7B7-B675-4859-8FB7-33FFAA619C02}" presName="thickLine" presStyleLbl="alignNode1" presStyleIdx="0" presStyleCnt="6"/>
      <dgm:spPr/>
    </dgm:pt>
    <dgm:pt modelId="{635D685A-6B8D-41A4-B75D-0EA0ACEB615F}" type="pres">
      <dgm:prSet presAssocID="{949BA7B7-B675-4859-8FB7-33FFAA619C02}" presName="horz1" presStyleCnt="0"/>
      <dgm:spPr/>
    </dgm:pt>
    <dgm:pt modelId="{1FD931F6-969C-4701-9CB1-BF5869AE2C9A}" type="pres">
      <dgm:prSet presAssocID="{949BA7B7-B675-4859-8FB7-33FFAA619C02}" presName="tx1" presStyleLbl="revTx" presStyleIdx="0" presStyleCnt="6"/>
      <dgm:spPr/>
    </dgm:pt>
    <dgm:pt modelId="{B371510E-1138-4641-A109-89F0AB39EA70}" type="pres">
      <dgm:prSet presAssocID="{949BA7B7-B675-4859-8FB7-33FFAA619C02}" presName="vert1" presStyleCnt="0"/>
      <dgm:spPr/>
    </dgm:pt>
    <dgm:pt modelId="{C7E2B909-A8B2-4E89-AA53-6F78551B2058}" type="pres">
      <dgm:prSet presAssocID="{ADB571E5-AB8E-459F-9B86-43D00D4AE8B1}" presName="thickLine" presStyleLbl="alignNode1" presStyleIdx="1" presStyleCnt="6"/>
      <dgm:spPr/>
    </dgm:pt>
    <dgm:pt modelId="{000124C3-469B-4AB2-A63D-4F8FD0143FE6}" type="pres">
      <dgm:prSet presAssocID="{ADB571E5-AB8E-459F-9B86-43D00D4AE8B1}" presName="horz1" presStyleCnt="0"/>
      <dgm:spPr/>
    </dgm:pt>
    <dgm:pt modelId="{ED410053-EEB9-4F72-9980-F6B8698CB3B8}" type="pres">
      <dgm:prSet presAssocID="{ADB571E5-AB8E-459F-9B86-43D00D4AE8B1}" presName="tx1" presStyleLbl="revTx" presStyleIdx="1" presStyleCnt="6"/>
      <dgm:spPr/>
    </dgm:pt>
    <dgm:pt modelId="{EBF0C6D8-D331-4833-8253-813DE0B3AFEF}" type="pres">
      <dgm:prSet presAssocID="{ADB571E5-AB8E-459F-9B86-43D00D4AE8B1}" presName="vert1" presStyleCnt="0"/>
      <dgm:spPr/>
    </dgm:pt>
    <dgm:pt modelId="{AF922101-5941-4DB3-9E24-006B80970AC5}" type="pres">
      <dgm:prSet presAssocID="{F574A3D6-7357-403A-B169-41D55CC00D18}" presName="thickLine" presStyleLbl="alignNode1" presStyleIdx="2" presStyleCnt="6"/>
      <dgm:spPr/>
    </dgm:pt>
    <dgm:pt modelId="{1E24F074-7178-4867-A84D-B36E64BE362F}" type="pres">
      <dgm:prSet presAssocID="{F574A3D6-7357-403A-B169-41D55CC00D18}" presName="horz1" presStyleCnt="0"/>
      <dgm:spPr/>
    </dgm:pt>
    <dgm:pt modelId="{30BF841D-755A-49A1-BA55-88AF28A0AA9D}" type="pres">
      <dgm:prSet presAssocID="{F574A3D6-7357-403A-B169-41D55CC00D18}" presName="tx1" presStyleLbl="revTx" presStyleIdx="2" presStyleCnt="6"/>
      <dgm:spPr/>
    </dgm:pt>
    <dgm:pt modelId="{C4D39211-BD92-40F2-B99B-C65E56AD4CCB}" type="pres">
      <dgm:prSet presAssocID="{F574A3D6-7357-403A-B169-41D55CC00D18}" presName="vert1" presStyleCnt="0"/>
      <dgm:spPr/>
    </dgm:pt>
    <dgm:pt modelId="{739DB518-ADEB-4264-9615-F7B005D64F04}" type="pres">
      <dgm:prSet presAssocID="{0EE47017-7D94-479A-A971-5C297834D72D}" presName="thickLine" presStyleLbl="alignNode1" presStyleIdx="3" presStyleCnt="6"/>
      <dgm:spPr/>
    </dgm:pt>
    <dgm:pt modelId="{9286389F-EE76-4EC3-8AEF-7257991A94D7}" type="pres">
      <dgm:prSet presAssocID="{0EE47017-7D94-479A-A971-5C297834D72D}" presName="horz1" presStyleCnt="0"/>
      <dgm:spPr/>
    </dgm:pt>
    <dgm:pt modelId="{A9699156-0572-4CAB-9485-3E6A0B981C30}" type="pres">
      <dgm:prSet presAssocID="{0EE47017-7D94-479A-A971-5C297834D72D}" presName="tx1" presStyleLbl="revTx" presStyleIdx="3" presStyleCnt="6"/>
      <dgm:spPr/>
    </dgm:pt>
    <dgm:pt modelId="{5CB4EC8A-FE38-4715-A85D-22133A58DF3D}" type="pres">
      <dgm:prSet presAssocID="{0EE47017-7D94-479A-A971-5C297834D72D}" presName="vert1" presStyleCnt="0"/>
      <dgm:spPr/>
    </dgm:pt>
    <dgm:pt modelId="{D59716B0-952A-4135-8602-021000680560}" type="pres">
      <dgm:prSet presAssocID="{3FB5E56D-85E5-4582-99D5-DAA390D29CC1}" presName="thickLine" presStyleLbl="alignNode1" presStyleIdx="4" presStyleCnt="6"/>
      <dgm:spPr/>
    </dgm:pt>
    <dgm:pt modelId="{D30B8C3E-1C66-40F3-BB50-AA69486311A7}" type="pres">
      <dgm:prSet presAssocID="{3FB5E56D-85E5-4582-99D5-DAA390D29CC1}" presName="horz1" presStyleCnt="0"/>
      <dgm:spPr/>
    </dgm:pt>
    <dgm:pt modelId="{CBC3389A-EA1A-477D-9900-60A812BDCA5D}" type="pres">
      <dgm:prSet presAssocID="{3FB5E56D-85E5-4582-99D5-DAA390D29CC1}" presName="tx1" presStyleLbl="revTx" presStyleIdx="4" presStyleCnt="6"/>
      <dgm:spPr/>
    </dgm:pt>
    <dgm:pt modelId="{D3DFA861-8F33-47DB-A132-AF585550D24F}" type="pres">
      <dgm:prSet presAssocID="{3FB5E56D-85E5-4582-99D5-DAA390D29CC1}" presName="vert1" presStyleCnt="0"/>
      <dgm:spPr/>
    </dgm:pt>
    <dgm:pt modelId="{8FCC90F3-9399-4AC5-9A86-492BAD08DF86}" type="pres">
      <dgm:prSet presAssocID="{85A5C1EA-BFB8-45C2-A083-D089BD71C9E3}" presName="thickLine" presStyleLbl="alignNode1" presStyleIdx="5" presStyleCnt="6"/>
      <dgm:spPr/>
    </dgm:pt>
    <dgm:pt modelId="{6B25457F-5ABC-46A7-BDAD-8A5120DB01A4}" type="pres">
      <dgm:prSet presAssocID="{85A5C1EA-BFB8-45C2-A083-D089BD71C9E3}" presName="horz1" presStyleCnt="0"/>
      <dgm:spPr/>
    </dgm:pt>
    <dgm:pt modelId="{05B877C9-220B-44A3-B7C5-4AD1C3E0686F}" type="pres">
      <dgm:prSet presAssocID="{85A5C1EA-BFB8-45C2-A083-D089BD71C9E3}" presName="tx1" presStyleLbl="revTx" presStyleIdx="5" presStyleCnt="6"/>
      <dgm:spPr/>
    </dgm:pt>
    <dgm:pt modelId="{124AAEB3-2FE9-4235-8078-1AF83C59C687}" type="pres">
      <dgm:prSet presAssocID="{85A5C1EA-BFB8-45C2-A083-D089BD71C9E3}" presName="vert1" presStyleCnt="0"/>
      <dgm:spPr/>
    </dgm:pt>
  </dgm:ptLst>
  <dgm:cxnLst>
    <dgm:cxn modelId="{2C9E9623-CE2D-4D74-8F42-E43527A907F4}" srcId="{6CF38090-5D54-4944-9578-ED5DA60BAE36}" destId="{85A5C1EA-BFB8-45C2-A083-D089BD71C9E3}" srcOrd="5" destOrd="0" parTransId="{6EE2BF90-F08D-485C-9F7F-DE87A1422B59}" sibTransId="{2715D6D5-1CB6-42DD-B3F4-FAD1286667F4}"/>
    <dgm:cxn modelId="{26348025-8262-4EC2-BA92-8A087B64CEDD}" srcId="{6CF38090-5D54-4944-9578-ED5DA60BAE36}" destId="{ADB571E5-AB8E-459F-9B86-43D00D4AE8B1}" srcOrd="1" destOrd="0" parTransId="{BE3125E6-40E3-408A-9280-12CBC4381D12}" sibTransId="{557FB640-D6EC-430E-9626-222D1BB289B8}"/>
    <dgm:cxn modelId="{264C212C-5CED-4002-BB23-9427DDBA72B6}" type="presOf" srcId="{3FB5E56D-85E5-4582-99D5-DAA390D29CC1}" destId="{CBC3389A-EA1A-477D-9900-60A812BDCA5D}" srcOrd="0" destOrd="0" presId="urn:microsoft.com/office/officeart/2008/layout/LinedList"/>
    <dgm:cxn modelId="{AB567849-C9D2-4AF4-9F7E-092EE12E3407}" type="presOf" srcId="{949BA7B7-B675-4859-8FB7-33FFAA619C02}" destId="{1FD931F6-969C-4701-9CB1-BF5869AE2C9A}" srcOrd="0" destOrd="0" presId="urn:microsoft.com/office/officeart/2008/layout/LinedList"/>
    <dgm:cxn modelId="{3DD13D6E-F5C2-4198-BE02-249BDCF9D388}" srcId="{6CF38090-5D54-4944-9578-ED5DA60BAE36}" destId="{3FB5E56D-85E5-4582-99D5-DAA390D29CC1}" srcOrd="4" destOrd="0" parTransId="{EA369A4D-5C94-4DF9-9BF8-7B362F6BF3EE}" sibTransId="{AB2BF978-6D1D-4F31-84C6-ECCF9DD549C1}"/>
    <dgm:cxn modelId="{CC500072-198D-422F-ACEF-B70416CA1366}" srcId="{6CF38090-5D54-4944-9578-ED5DA60BAE36}" destId="{F574A3D6-7357-403A-B169-41D55CC00D18}" srcOrd="2" destOrd="0" parTransId="{B52E3B3F-64BD-4779-AF22-74F4FA4E7E4E}" sibTransId="{5C661410-E37E-4715-8374-841A13699D5E}"/>
    <dgm:cxn modelId="{2096BF7C-4791-4247-9EB8-D58DE94576CC}" type="presOf" srcId="{F574A3D6-7357-403A-B169-41D55CC00D18}" destId="{30BF841D-755A-49A1-BA55-88AF28A0AA9D}" srcOrd="0" destOrd="0" presId="urn:microsoft.com/office/officeart/2008/layout/LinedList"/>
    <dgm:cxn modelId="{F7428696-BC92-4BD6-A16C-8038D3472268}" type="presOf" srcId="{ADB571E5-AB8E-459F-9B86-43D00D4AE8B1}" destId="{ED410053-EEB9-4F72-9980-F6B8698CB3B8}" srcOrd="0" destOrd="0" presId="urn:microsoft.com/office/officeart/2008/layout/LinedList"/>
    <dgm:cxn modelId="{9A331CB1-D286-4A08-BE7C-A58259031BAB}" srcId="{6CF38090-5D54-4944-9578-ED5DA60BAE36}" destId="{0EE47017-7D94-479A-A971-5C297834D72D}" srcOrd="3" destOrd="0" parTransId="{98607BF3-C1F2-487A-96E1-EECA08B2392C}" sibTransId="{2AA41DE2-ACF5-4905-93FC-B1D2EC77F0DA}"/>
    <dgm:cxn modelId="{F16384BF-7ABC-4A96-B16A-20CA5849C23E}" type="presOf" srcId="{0EE47017-7D94-479A-A971-5C297834D72D}" destId="{A9699156-0572-4CAB-9485-3E6A0B981C30}" srcOrd="0" destOrd="0" presId="urn:microsoft.com/office/officeart/2008/layout/LinedList"/>
    <dgm:cxn modelId="{44C231E3-F64D-4F8D-A618-A06BB3574674}" srcId="{6CF38090-5D54-4944-9578-ED5DA60BAE36}" destId="{949BA7B7-B675-4859-8FB7-33FFAA619C02}" srcOrd="0" destOrd="0" parTransId="{9BFDAB55-E11F-48F8-9DA7-FF8C98C65B14}" sibTransId="{4BEBF8B8-A6D8-463D-9CB3-2ABAB7739FE9}"/>
    <dgm:cxn modelId="{1A7BC2E5-C2DC-40CB-9DC4-69BFC24EF554}" type="presOf" srcId="{6CF38090-5D54-4944-9578-ED5DA60BAE36}" destId="{CE0ED72C-2086-4E11-AEBB-D1F8A9D074E0}" srcOrd="0" destOrd="0" presId="urn:microsoft.com/office/officeart/2008/layout/LinedList"/>
    <dgm:cxn modelId="{7A4E75FC-F99F-4986-87BB-1C8EBB514C70}" type="presOf" srcId="{85A5C1EA-BFB8-45C2-A083-D089BD71C9E3}" destId="{05B877C9-220B-44A3-B7C5-4AD1C3E0686F}" srcOrd="0" destOrd="0" presId="urn:microsoft.com/office/officeart/2008/layout/LinedList"/>
    <dgm:cxn modelId="{7A9D5CBF-A4B5-4E4A-8CD7-BFB318E30C54}" type="presParOf" srcId="{CE0ED72C-2086-4E11-AEBB-D1F8A9D074E0}" destId="{E26150D7-E1A6-4BB1-B51C-BB50AB6B6626}" srcOrd="0" destOrd="0" presId="urn:microsoft.com/office/officeart/2008/layout/LinedList"/>
    <dgm:cxn modelId="{C5ECD4D7-AC0C-4E93-8344-B7A42127940D}" type="presParOf" srcId="{CE0ED72C-2086-4E11-AEBB-D1F8A9D074E0}" destId="{635D685A-6B8D-41A4-B75D-0EA0ACEB615F}" srcOrd="1" destOrd="0" presId="urn:microsoft.com/office/officeart/2008/layout/LinedList"/>
    <dgm:cxn modelId="{B70A9E02-F89A-4B58-B315-8F7E8DE7BAF7}" type="presParOf" srcId="{635D685A-6B8D-41A4-B75D-0EA0ACEB615F}" destId="{1FD931F6-969C-4701-9CB1-BF5869AE2C9A}" srcOrd="0" destOrd="0" presId="urn:microsoft.com/office/officeart/2008/layout/LinedList"/>
    <dgm:cxn modelId="{74A962FB-12DB-40C2-9343-1DE79A3425EF}" type="presParOf" srcId="{635D685A-6B8D-41A4-B75D-0EA0ACEB615F}" destId="{B371510E-1138-4641-A109-89F0AB39EA70}" srcOrd="1" destOrd="0" presId="urn:microsoft.com/office/officeart/2008/layout/LinedList"/>
    <dgm:cxn modelId="{D6174256-FDDA-4B85-8BF4-2DD88E8DB5B8}" type="presParOf" srcId="{CE0ED72C-2086-4E11-AEBB-D1F8A9D074E0}" destId="{C7E2B909-A8B2-4E89-AA53-6F78551B2058}" srcOrd="2" destOrd="0" presId="urn:microsoft.com/office/officeart/2008/layout/LinedList"/>
    <dgm:cxn modelId="{7692FDA0-FFA8-486D-8672-2C9E838C6AA0}" type="presParOf" srcId="{CE0ED72C-2086-4E11-AEBB-D1F8A9D074E0}" destId="{000124C3-469B-4AB2-A63D-4F8FD0143FE6}" srcOrd="3" destOrd="0" presId="urn:microsoft.com/office/officeart/2008/layout/LinedList"/>
    <dgm:cxn modelId="{08210DEA-E82A-4692-B0AC-A8F5FA6DCD1B}" type="presParOf" srcId="{000124C3-469B-4AB2-A63D-4F8FD0143FE6}" destId="{ED410053-EEB9-4F72-9980-F6B8698CB3B8}" srcOrd="0" destOrd="0" presId="urn:microsoft.com/office/officeart/2008/layout/LinedList"/>
    <dgm:cxn modelId="{4A644361-5DF7-4D3F-B59F-9BB0F5ED0DFC}" type="presParOf" srcId="{000124C3-469B-4AB2-A63D-4F8FD0143FE6}" destId="{EBF0C6D8-D331-4833-8253-813DE0B3AFEF}" srcOrd="1" destOrd="0" presId="urn:microsoft.com/office/officeart/2008/layout/LinedList"/>
    <dgm:cxn modelId="{053E4C9D-8663-4EE2-A757-53F30C16380C}" type="presParOf" srcId="{CE0ED72C-2086-4E11-AEBB-D1F8A9D074E0}" destId="{AF922101-5941-4DB3-9E24-006B80970AC5}" srcOrd="4" destOrd="0" presId="urn:microsoft.com/office/officeart/2008/layout/LinedList"/>
    <dgm:cxn modelId="{5A4F102E-276C-4FF2-A52D-8AB0AB507617}" type="presParOf" srcId="{CE0ED72C-2086-4E11-AEBB-D1F8A9D074E0}" destId="{1E24F074-7178-4867-A84D-B36E64BE362F}" srcOrd="5" destOrd="0" presId="urn:microsoft.com/office/officeart/2008/layout/LinedList"/>
    <dgm:cxn modelId="{F8DB7FEA-E436-4743-98CE-164473B24118}" type="presParOf" srcId="{1E24F074-7178-4867-A84D-B36E64BE362F}" destId="{30BF841D-755A-49A1-BA55-88AF28A0AA9D}" srcOrd="0" destOrd="0" presId="urn:microsoft.com/office/officeart/2008/layout/LinedList"/>
    <dgm:cxn modelId="{035CFD95-2010-4E34-8A7F-12E6E9A8B065}" type="presParOf" srcId="{1E24F074-7178-4867-A84D-B36E64BE362F}" destId="{C4D39211-BD92-40F2-B99B-C65E56AD4CCB}" srcOrd="1" destOrd="0" presId="urn:microsoft.com/office/officeart/2008/layout/LinedList"/>
    <dgm:cxn modelId="{60D57AD2-ABF4-40F8-A1E4-636D443B2F2A}" type="presParOf" srcId="{CE0ED72C-2086-4E11-AEBB-D1F8A9D074E0}" destId="{739DB518-ADEB-4264-9615-F7B005D64F04}" srcOrd="6" destOrd="0" presId="urn:microsoft.com/office/officeart/2008/layout/LinedList"/>
    <dgm:cxn modelId="{68AC15CC-0288-481B-AB27-9E5C62B79159}" type="presParOf" srcId="{CE0ED72C-2086-4E11-AEBB-D1F8A9D074E0}" destId="{9286389F-EE76-4EC3-8AEF-7257991A94D7}" srcOrd="7" destOrd="0" presId="urn:microsoft.com/office/officeart/2008/layout/LinedList"/>
    <dgm:cxn modelId="{A9CEB769-2844-4485-A7EB-445D2F06C266}" type="presParOf" srcId="{9286389F-EE76-4EC3-8AEF-7257991A94D7}" destId="{A9699156-0572-4CAB-9485-3E6A0B981C30}" srcOrd="0" destOrd="0" presId="urn:microsoft.com/office/officeart/2008/layout/LinedList"/>
    <dgm:cxn modelId="{EE805F42-5A63-48C1-8FE2-7AC1EF23F5E3}" type="presParOf" srcId="{9286389F-EE76-4EC3-8AEF-7257991A94D7}" destId="{5CB4EC8A-FE38-4715-A85D-22133A58DF3D}" srcOrd="1" destOrd="0" presId="urn:microsoft.com/office/officeart/2008/layout/LinedList"/>
    <dgm:cxn modelId="{A670D92E-92C9-4B16-8D52-64CF52B04213}" type="presParOf" srcId="{CE0ED72C-2086-4E11-AEBB-D1F8A9D074E0}" destId="{D59716B0-952A-4135-8602-021000680560}" srcOrd="8" destOrd="0" presId="urn:microsoft.com/office/officeart/2008/layout/LinedList"/>
    <dgm:cxn modelId="{98D2F3F0-A8CD-4355-B3FA-D588C2F4F97C}" type="presParOf" srcId="{CE0ED72C-2086-4E11-AEBB-D1F8A9D074E0}" destId="{D30B8C3E-1C66-40F3-BB50-AA69486311A7}" srcOrd="9" destOrd="0" presId="urn:microsoft.com/office/officeart/2008/layout/LinedList"/>
    <dgm:cxn modelId="{ED4EB85C-CE22-4F58-BA35-1253317AB8FA}" type="presParOf" srcId="{D30B8C3E-1C66-40F3-BB50-AA69486311A7}" destId="{CBC3389A-EA1A-477D-9900-60A812BDCA5D}" srcOrd="0" destOrd="0" presId="urn:microsoft.com/office/officeart/2008/layout/LinedList"/>
    <dgm:cxn modelId="{2486F361-CC1A-4766-A9B6-0CCAEE439969}" type="presParOf" srcId="{D30B8C3E-1C66-40F3-BB50-AA69486311A7}" destId="{D3DFA861-8F33-47DB-A132-AF585550D24F}" srcOrd="1" destOrd="0" presId="urn:microsoft.com/office/officeart/2008/layout/LinedList"/>
    <dgm:cxn modelId="{CD59A1D6-C984-48BD-B3C0-3066A0105700}" type="presParOf" srcId="{CE0ED72C-2086-4E11-AEBB-D1F8A9D074E0}" destId="{8FCC90F3-9399-4AC5-9A86-492BAD08DF86}" srcOrd="10" destOrd="0" presId="urn:microsoft.com/office/officeart/2008/layout/LinedList"/>
    <dgm:cxn modelId="{740B1A1F-153B-4C04-B1EB-13158C701134}" type="presParOf" srcId="{CE0ED72C-2086-4E11-AEBB-D1F8A9D074E0}" destId="{6B25457F-5ABC-46A7-BDAD-8A5120DB01A4}" srcOrd="11" destOrd="0" presId="urn:microsoft.com/office/officeart/2008/layout/LinedList"/>
    <dgm:cxn modelId="{F21F9778-EC2F-41C7-A37C-6892B59358BB}" type="presParOf" srcId="{6B25457F-5ABC-46A7-BDAD-8A5120DB01A4}" destId="{05B877C9-220B-44A3-B7C5-4AD1C3E0686F}" srcOrd="0" destOrd="0" presId="urn:microsoft.com/office/officeart/2008/layout/LinedList"/>
    <dgm:cxn modelId="{5A935DE3-2BA9-4DE1-BECF-31FEAC7EA250}" type="presParOf" srcId="{6B25457F-5ABC-46A7-BDAD-8A5120DB01A4}" destId="{124AAEB3-2FE9-4235-8078-1AF83C59C68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53C4780-BC46-40E8-92D0-FF1E9DB6960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3018B2C-E117-4641-B653-59C6A9FC1ECC}">
      <dgm:prSet custT="1"/>
      <dgm:spPr/>
      <dgm:t>
        <a:bodyPr/>
        <a:lstStyle/>
        <a:p>
          <a:r>
            <a:rPr lang="pt-BR" sz="1600" b="1"/>
            <a:t>Objetivo:</a:t>
          </a:r>
          <a:r>
            <a:rPr lang="pt-BR" sz="1600"/>
            <a:t> facilitar a interpretação dos dados e comunicar achados de forma clara.</a:t>
          </a:r>
          <a:endParaRPr lang="en-US" sz="1600"/>
        </a:p>
      </dgm:t>
    </dgm:pt>
    <dgm:pt modelId="{5AD1063B-0A00-4DB6-8375-F19787772295}" type="parTrans" cxnId="{29BDFD55-DFD6-4480-9754-C62693D77FD4}">
      <dgm:prSet/>
      <dgm:spPr/>
      <dgm:t>
        <a:bodyPr/>
        <a:lstStyle/>
        <a:p>
          <a:endParaRPr lang="en-US" sz="1600"/>
        </a:p>
      </dgm:t>
    </dgm:pt>
    <dgm:pt modelId="{AD885484-EDB8-4F6E-99CC-A10156DCF8EF}" type="sibTrans" cxnId="{29BDFD55-DFD6-4480-9754-C62693D77FD4}">
      <dgm:prSet/>
      <dgm:spPr/>
      <dgm:t>
        <a:bodyPr/>
        <a:lstStyle/>
        <a:p>
          <a:endParaRPr lang="en-US" sz="1600"/>
        </a:p>
      </dgm:t>
    </dgm:pt>
    <dgm:pt modelId="{E765A707-F53F-4FD0-ACE0-00A27BACCD0C}">
      <dgm:prSet custT="1"/>
      <dgm:spPr/>
      <dgm:t>
        <a:bodyPr/>
        <a:lstStyle/>
        <a:p>
          <a:r>
            <a:rPr lang="pt-BR" sz="1600"/>
            <a:t>Formas de visualização:</a:t>
          </a:r>
          <a:endParaRPr lang="en-US" sz="1600"/>
        </a:p>
      </dgm:t>
    </dgm:pt>
    <dgm:pt modelId="{A468FEC5-8A6D-4394-9849-9B6F078631C9}" type="parTrans" cxnId="{272D4324-6155-4FE8-AECD-EBB6503CD21E}">
      <dgm:prSet/>
      <dgm:spPr/>
      <dgm:t>
        <a:bodyPr/>
        <a:lstStyle/>
        <a:p>
          <a:endParaRPr lang="en-US" sz="1600"/>
        </a:p>
      </dgm:t>
    </dgm:pt>
    <dgm:pt modelId="{EA769CE0-203A-48CF-B367-8AA422DED021}" type="sibTrans" cxnId="{272D4324-6155-4FE8-AECD-EBB6503CD21E}">
      <dgm:prSet/>
      <dgm:spPr/>
      <dgm:t>
        <a:bodyPr/>
        <a:lstStyle/>
        <a:p>
          <a:endParaRPr lang="en-US" sz="1600"/>
        </a:p>
      </dgm:t>
    </dgm:pt>
    <dgm:pt modelId="{1DB6B3B3-2677-44E0-A43A-AF4436925A0C}">
      <dgm:prSet custT="1"/>
      <dgm:spPr/>
      <dgm:t>
        <a:bodyPr/>
        <a:lstStyle/>
        <a:p>
          <a:r>
            <a:rPr lang="pt-BR" sz="1600" b="1"/>
            <a:t>Gráficos de linha</a:t>
          </a:r>
          <a:r>
            <a:rPr lang="pt-BR" sz="1600"/>
            <a:t> → evolução do tempo de resposta ao longo dos testes.</a:t>
          </a:r>
          <a:endParaRPr lang="en-US" sz="1600"/>
        </a:p>
      </dgm:t>
    </dgm:pt>
    <dgm:pt modelId="{00F2DF7D-6E93-4001-B8BA-B7A758C03107}" type="parTrans" cxnId="{EE2B0EDB-2D81-4C7D-B977-A1EADC8EEB81}">
      <dgm:prSet/>
      <dgm:spPr/>
      <dgm:t>
        <a:bodyPr/>
        <a:lstStyle/>
        <a:p>
          <a:endParaRPr lang="en-US" sz="1600"/>
        </a:p>
      </dgm:t>
    </dgm:pt>
    <dgm:pt modelId="{783BDE04-854D-4C1A-95C1-01561538615C}" type="sibTrans" cxnId="{EE2B0EDB-2D81-4C7D-B977-A1EADC8EEB81}">
      <dgm:prSet/>
      <dgm:spPr/>
      <dgm:t>
        <a:bodyPr/>
        <a:lstStyle/>
        <a:p>
          <a:endParaRPr lang="en-US" sz="1600"/>
        </a:p>
      </dgm:t>
    </dgm:pt>
    <dgm:pt modelId="{115DA947-12EB-48E2-9FEC-F6A8BAC1B9FA}">
      <dgm:prSet custT="1"/>
      <dgm:spPr/>
      <dgm:t>
        <a:bodyPr/>
        <a:lstStyle/>
        <a:p>
          <a:r>
            <a:rPr lang="pt-BR" sz="1600" b="1"/>
            <a:t>Histogramas</a:t>
          </a:r>
          <a:r>
            <a:rPr lang="pt-BR" sz="1600"/>
            <a:t> → distribuição de latências ou vazão.</a:t>
          </a:r>
          <a:endParaRPr lang="en-US" sz="1600"/>
        </a:p>
      </dgm:t>
    </dgm:pt>
    <dgm:pt modelId="{3C05218E-1A68-4FEF-B8C7-D9252566AF22}" type="parTrans" cxnId="{DC43ACE4-DE4E-4F7C-8505-CE2904E66525}">
      <dgm:prSet/>
      <dgm:spPr/>
      <dgm:t>
        <a:bodyPr/>
        <a:lstStyle/>
        <a:p>
          <a:endParaRPr lang="en-US" sz="1600"/>
        </a:p>
      </dgm:t>
    </dgm:pt>
    <dgm:pt modelId="{700DC9B0-128C-4EA7-A337-EC0E6BAF147D}" type="sibTrans" cxnId="{DC43ACE4-DE4E-4F7C-8505-CE2904E66525}">
      <dgm:prSet/>
      <dgm:spPr/>
      <dgm:t>
        <a:bodyPr/>
        <a:lstStyle/>
        <a:p>
          <a:endParaRPr lang="en-US" sz="1600"/>
        </a:p>
      </dgm:t>
    </dgm:pt>
    <dgm:pt modelId="{806FDC73-5CF1-4C14-BB26-78D258A2C80D}">
      <dgm:prSet custT="1"/>
      <dgm:spPr/>
      <dgm:t>
        <a:bodyPr/>
        <a:lstStyle/>
        <a:p>
          <a:r>
            <a:rPr lang="pt-BR" sz="1600" b="1"/>
            <a:t>Boxplots</a:t>
          </a:r>
          <a:r>
            <a:rPr lang="pt-BR" sz="1600"/>
            <a:t> → identificar dispersão e outliers.</a:t>
          </a:r>
          <a:endParaRPr lang="en-US" sz="1600"/>
        </a:p>
      </dgm:t>
    </dgm:pt>
    <dgm:pt modelId="{930AD9BD-A6B7-420C-B0CC-5367FA3DBA36}" type="parTrans" cxnId="{0DA96F84-36FA-4DCE-B4BC-EF2C522268A5}">
      <dgm:prSet/>
      <dgm:spPr/>
      <dgm:t>
        <a:bodyPr/>
        <a:lstStyle/>
        <a:p>
          <a:endParaRPr lang="en-US" sz="1600"/>
        </a:p>
      </dgm:t>
    </dgm:pt>
    <dgm:pt modelId="{539C30D4-B6CB-47EE-920D-E639EB60C488}" type="sibTrans" cxnId="{0DA96F84-36FA-4DCE-B4BC-EF2C522268A5}">
      <dgm:prSet/>
      <dgm:spPr/>
      <dgm:t>
        <a:bodyPr/>
        <a:lstStyle/>
        <a:p>
          <a:endParaRPr lang="en-US" sz="1600"/>
        </a:p>
      </dgm:t>
    </dgm:pt>
    <dgm:pt modelId="{E55ABAD9-8B1C-4FBE-9512-A8827510DE21}">
      <dgm:prSet custT="1"/>
      <dgm:spPr/>
      <dgm:t>
        <a:bodyPr/>
        <a:lstStyle/>
        <a:p>
          <a:r>
            <a:rPr lang="pt-BR" sz="1600" b="1"/>
            <a:t>Dashboards interativos</a:t>
          </a:r>
          <a:r>
            <a:rPr lang="pt-BR" sz="1600"/>
            <a:t> → Prometheus + Grafana, Google Data Studio.</a:t>
          </a:r>
          <a:endParaRPr lang="en-US" sz="1600"/>
        </a:p>
      </dgm:t>
    </dgm:pt>
    <dgm:pt modelId="{B94846E9-E182-4C6F-AE49-FF1231D0CC2C}" type="parTrans" cxnId="{69BE9B68-BB71-4697-8892-714B827F8056}">
      <dgm:prSet/>
      <dgm:spPr/>
      <dgm:t>
        <a:bodyPr/>
        <a:lstStyle/>
        <a:p>
          <a:endParaRPr lang="en-US" sz="1600"/>
        </a:p>
      </dgm:t>
    </dgm:pt>
    <dgm:pt modelId="{7DBA72F7-956B-493C-BC1C-0D116CB93CEF}" type="sibTrans" cxnId="{69BE9B68-BB71-4697-8892-714B827F8056}">
      <dgm:prSet/>
      <dgm:spPr/>
      <dgm:t>
        <a:bodyPr/>
        <a:lstStyle/>
        <a:p>
          <a:endParaRPr lang="en-US" sz="1600"/>
        </a:p>
      </dgm:t>
    </dgm:pt>
    <dgm:pt modelId="{263C2909-5AD9-4142-892B-F25DF9710477}">
      <dgm:prSet custT="1"/>
      <dgm:spPr/>
      <dgm:t>
        <a:bodyPr/>
        <a:lstStyle/>
        <a:p>
          <a:r>
            <a:rPr lang="pt-BR" sz="1600"/>
            <a:t>Benefícios: identificação rápida de tendências, anomalias e gargalos.</a:t>
          </a:r>
          <a:endParaRPr lang="en-US" sz="1600"/>
        </a:p>
      </dgm:t>
    </dgm:pt>
    <dgm:pt modelId="{F97AD52F-8FC7-4463-8AD1-E281D3A3A4B1}" type="parTrans" cxnId="{19E8AE76-4275-46EB-856C-B8C074DEDADC}">
      <dgm:prSet/>
      <dgm:spPr/>
      <dgm:t>
        <a:bodyPr/>
        <a:lstStyle/>
        <a:p>
          <a:endParaRPr lang="en-US" sz="1600"/>
        </a:p>
      </dgm:t>
    </dgm:pt>
    <dgm:pt modelId="{B039029C-7894-4348-BB8B-26F059237A05}" type="sibTrans" cxnId="{19E8AE76-4275-46EB-856C-B8C074DEDADC}">
      <dgm:prSet/>
      <dgm:spPr/>
      <dgm:t>
        <a:bodyPr/>
        <a:lstStyle/>
        <a:p>
          <a:endParaRPr lang="en-US" sz="1600"/>
        </a:p>
      </dgm:t>
    </dgm:pt>
    <dgm:pt modelId="{E88F8014-9ADB-4D2A-B28E-EA3C8DD1B809}">
      <dgm:prSet custT="1"/>
      <dgm:spPr/>
      <dgm:t>
        <a:bodyPr/>
        <a:lstStyle/>
        <a:p>
          <a:r>
            <a:rPr lang="pt-BR" sz="1600"/>
            <a:t>📊 </a:t>
          </a:r>
          <a:r>
            <a:rPr lang="pt-BR" sz="1600" b="1"/>
            <a:t>Exemplo:</a:t>
          </a:r>
          <a:r>
            <a:rPr lang="pt-BR" sz="1600"/>
            <a:t> uso de </a:t>
          </a:r>
          <a:r>
            <a:rPr lang="pt-BR" sz="1600" b="1"/>
            <a:t>Grafana</a:t>
          </a:r>
          <a:r>
            <a:rPr lang="pt-BR" sz="1600"/>
            <a:t> para acompanhar em tempo real a latência e a taxa de perda de pacotes em uma rede.</a:t>
          </a:r>
          <a:endParaRPr lang="en-US" sz="1600"/>
        </a:p>
      </dgm:t>
    </dgm:pt>
    <dgm:pt modelId="{E21860F6-A650-409F-941B-E55FA22D46AD}" type="parTrans" cxnId="{40371E59-95AD-412B-991E-9EC1A55410AB}">
      <dgm:prSet/>
      <dgm:spPr/>
      <dgm:t>
        <a:bodyPr/>
        <a:lstStyle/>
        <a:p>
          <a:endParaRPr lang="en-US" sz="1600"/>
        </a:p>
      </dgm:t>
    </dgm:pt>
    <dgm:pt modelId="{267E3DE2-E7CA-4686-A1CE-EB6DFC4B4020}" type="sibTrans" cxnId="{40371E59-95AD-412B-991E-9EC1A55410AB}">
      <dgm:prSet/>
      <dgm:spPr/>
      <dgm:t>
        <a:bodyPr/>
        <a:lstStyle/>
        <a:p>
          <a:endParaRPr lang="en-US" sz="1600"/>
        </a:p>
      </dgm:t>
    </dgm:pt>
    <dgm:pt modelId="{C5BF0A56-A1AF-47A2-B014-EDB302AE1D2B}" type="pres">
      <dgm:prSet presAssocID="{853C4780-BC46-40E8-92D0-FF1E9DB69604}" presName="linear" presStyleCnt="0">
        <dgm:presLayoutVars>
          <dgm:animLvl val="lvl"/>
          <dgm:resizeHandles val="exact"/>
        </dgm:presLayoutVars>
      </dgm:prSet>
      <dgm:spPr/>
    </dgm:pt>
    <dgm:pt modelId="{E90E4055-E490-462F-A0B0-9D4FA9B75F22}" type="pres">
      <dgm:prSet presAssocID="{23018B2C-E117-4641-B653-59C6A9FC1EC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BDB8D83-C8AB-493C-8C7B-A5458CB2D662}" type="pres">
      <dgm:prSet presAssocID="{AD885484-EDB8-4F6E-99CC-A10156DCF8EF}" presName="spacer" presStyleCnt="0"/>
      <dgm:spPr/>
    </dgm:pt>
    <dgm:pt modelId="{34EB517D-3532-46AE-BCEE-CAA63E547B98}" type="pres">
      <dgm:prSet presAssocID="{E765A707-F53F-4FD0-ACE0-00A27BACCD0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AC83ABE-C654-42A2-B2FE-095ADAB5E5A8}" type="pres">
      <dgm:prSet presAssocID="{E765A707-F53F-4FD0-ACE0-00A27BACCD0C}" presName="childText" presStyleLbl="revTx" presStyleIdx="0" presStyleCnt="1">
        <dgm:presLayoutVars>
          <dgm:bulletEnabled val="1"/>
        </dgm:presLayoutVars>
      </dgm:prSet>
      <dgm:spPr/>
    </dgm:pt>
    <dgm:pt modelId="{EA41D5E2-DF68-4C7F-B08E-95144C05972A}" type="pres">
      <dgm:prSet presAssocID="{263C2909-5AD9-4142-892B-F25DF971047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88C26E2-85D7-4CBD-B17E-440374E3E1A2}" type="pres">
      <dgm:prSet presAssocID="{B039029C-7894-4348-BB8B-26F059237A05}" presName="spacer" presStyleCnt="0"/>
      <dgm:spPr/>
    </dgm:pt>
    <dgm:pt modelId="{82CCDCAF-FB97-4690-BB42-CDDE89335C75}" type="pres">
      <dgm:prSet presAssocID="{E88F8014-9ADB-4D2A-B28E-EA3C8DD1B80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7C1A300-D3CF-42AB-98D3-BD3E1592890B}" type="presOf" srcId="{E765A707-F53F-4FD0-ACE0-00A27BACCD0C}" destId="{34EB517D-3532-46AE-BCEE-CAA63E547B98}" srcOrd="0" destOrd="0" presId="urn:microsoft.com/office/officeart/2005/8/layout/vList2"/>
    <dgm:cxn modelId="{40F2F214-CF91-4E82-928C-1EB27ECD8EDA}" type="presOf" srcId="{115DA947-12EB-48E2-9FEC-F6A8BAC1B9FA}" destId="{9AC83ABE-C654-42A2-B2FE-095ADAB5E5A8}" srcOrd="0" destOrd="1" presId="urn:microsoft.com/office/officeart/2005/8/layout/vList2"/>
    <dgm:cxn modelId="{272D4324-6155-4FE8-AECD-EBB6503CD21E}" srcId="{853C4780-BC46-40E8-92D0-FF1E9DB69604}" destId="{E765A707-F53F-4FD0-ACE0-00A27BACCD0C}" srcOrd="1" destOrd="0" parTransId="{A468FEC5-8A6D-4394-9849-9B6F078631C9}" sibTransId="{EA769CE0-203A-48CF-B367-8AA422DED021}"/>
    <dgm:cxn modelId="{AF827C38-5FBA-4185-BE84-C4682A34E226}" type="presOf" srcId="{23018B2C-E117-4641-B653-59C6A9FC1ECC}" destId="{E90E4055-E490-462F-A0B0-9D4FA9B75F22}" srcOrd="0" destOrd="0" presId="urn:microsoft.com/office/officeart/2005/8/layout/vList2"/>
    <dgm:cxn modelId="{AAE7FA3D-8B24-4E5B-9696-D2E2AB718D18}" type="presOf" srcId="{1DB6B3B3-2677-44E0-A43A-AF4436925A0C}" destId="{9AC83ABE-C654-42A2-B2FE-095ADAB5E5A8}" srcOrd="0" destOrd="0" presId="urn:microsoft.com/office/officeart/2005/8/layout/vList2"/>
    <dgm:cxn modelId="{46967644-AC83-4014-B3AF-73CA3FE2A542}" type="presOf" srcId="{853C4780-BC46-40E8-92D0-FF1E9DB69604}" destId="{C5BF0A56-A1AF-47A2-B014-EDB302AE1D2B}" srcOrd="0" destOrd="0" presId="urn:microsoft.com/office/officeart/2005/8/layout/vList2"/>
    <dgm:cxn modelId="{69BE9B68-BB71-4697-8892-714B827F8056}" srcId="{E765A707-F53F-4FD0-ACE0-00A27BACCD0C}" destId="{E55ABAD9-8B1C-4FBE-9512-A8827510DE21}" srcOrd="3" destOrd="0" parTransId="{B94846E9-E182-4C6F-AE49-FF1231D0CC2C}" sibTransId="{7DBA72F7-956B-493C-BC1C-0D116CB93CEF}"/>
    <dgm:cxn modelId="{29BDFD55-DFD6-4480-9754-C62693D77FD4}" srcId="{853C4780-BC46-40E8-92D0-FF1E9DB69604}" destId="{23018B2C-E117-4641-B653-59C6A9FC1ECC}" srcOrd="0" destOrd="0" parTransId="{5AD1063B-0A00-4DB6-8375-F19787772295}" sibTransId="{AD885484-EDB8-4F6E-99CC-A10156DCF8EF}"/>
    <dgm:cxn modelId="{19E8AE76-4275-46EB-856C-B8C074DEDADC}" srcId="{853C4780-BC46-40E8-92D0-FF1E9DB69604}" destId="{263C2909-5AD9-4142-892B-F25DF9710477}" srcOrd="2" destOrd="0" parTransId="{F97AD52F-8FC7-4463-8AD1-E281D3A3A4B1}" sibTransId="{B039029C-7894-4348-BB8B-26F059237A05}"/>
    <dgm:cxn modelId="{40371E59-95AD-412B-991E-9EC1A55410AB}" srcId="{853C4780-BC46-40E8-92D0-FF1E9DB69604}" destId="{E88F8014-9ADB-4D2A-B28E-EA3C8DD1B809}" srcOrd="3" destOrd="0" parTransId="{E21860F6-A650-409F-941B-E55FA22D46AD}" sibTransId="{267E3DE2-E7CA-4686-A1CE-EB6DFC4B4020}"/>
    <dgm:cxn modelId="{0DA96F84-36FA-4DCE-B4BC-EF2C522268A5}" srcId="{E765A707-F53F-4FD0-ACE0-00A27BACCD0C}" destId="{806FDC73-5CF1-4C14-BB26-78D258A2C80D}" srcOrd="2" destOrd="0" parTransId="{930AD9BD-A6B7-420C-B0CC-5367FA3DBA36}" sibTransId="{539C30D4-B6CB-47EE-920D-E639EB60C488}"/>
    <dgm:cxn modelId="{9BF2D29E-DECF-4E34-8EB0-4BFEE67487BB}" type="presOf" srcId="{E55ABAD9-8B1C-4FBE-9512-A8827510DE21}" destId="{9AC83ABE-C654-42A2-B2FE-095ADAB5E5A8}" srcOrd="0" destOrd="3" presId="urn:microsoft.com/office/officeart/2005/8/layout/vList2"/>
    <dgm:cxn modelId="{8F26A3AE-90A2-4B77-9391-2DCA6F369FFB}" type="presOf" srcId="{E88F8014-9ADB-4D2A-B28E-EA3C8DD1B809}" destId="{82CCDCAF-FB97-4690-BB42-CDDE89335C75}" srcOrd="0" destOrd="0" presId="urn:microsoft.com/office/officeart/2005/8/layout/vList2"/>
    <dgm:cxn modelId="{EE2B0EDB-2D81-4C7D-B977-A1EADC8EEB81}" srcId="{E765A707-F53F-4FD0-ACE0-00A27BACCD0C}" destId="{1DB6B3B3-2677-44E0-A43A-AF4436925A0C}" srcOrd="0" destOrd="0" parTransId="{00F2DF7D-6E93-4001-B8BA-B7A758C03107}" sibTransId="{783BDE04-854D-4C1A-95C1-01561538615C}"/>
    <dgm:cxn modelId="{A8D3E0DF-B4C7-4C75-B502-F49694D74524}" type="presOf" srcId="{806FDC73-5CF1-4C14-BB26-78D258A2C80D}" destId="{9AC83ABE-C654-42A2-B2FE-095ADAB5E5A8}" srcOrd="0" destOrd="2" presId="urn:microsoft.com/office/officeart/2005/8/layout/vList2"/>
    <dgm:cxn modelId="{DC43ACE4-DE4E-4F7C-8505-CE2904E66525}" srcId="{E765A707-F53F-4FD0-ACE0-00A27BACCD0C}" destId="{115DA947-12EB-48E2-9FEC-F6A8BAC1B9FA}" srcOrd="1" destOrd="0" parTransId="{3C05218E-1A68-4FEF-B8C7-D9252566AF22}" sibTransId="{700DC9B0-128C-4EA7-A337-EC0E6BAF147D}"/>
    <dgm:cxn modelId="{092F31EB-2BCC-4714-902B-D7085E0624F1}" type="presOf" srcId="{263C2909-5AD9-4142-892B-F25DF9710477}" destId="{EA41D5E2-DF68-4C7F-B08E-95144C05972A}" srcOrd="0" destOrd="0" presId="urn:microsoft.com/office/officeart/2005/8/layout/vList2"/>
    <dgm:cxn modelId="{C878CB4B-E1B6-4956-B450-0F7DD46AA395}" type="presParOf" srcId="{C5BF0A56-A1AF-47A2-B014-EDB302AE1D2B}" destId="{E90E4055-E490-462F-A0B0-9D4FA9B75F22}" srcOrd="0" destOrd="0" presId="urn:microsoft.com/office/officeart/2005/8/layout/vList2"/>
    <dgm:cxn modelId="{2ED42D01-0A98-480B-BB2B-7EC0EDEB83E2}" type="presParOf" srcId="{C5BF0A56-A1AF-47A2-B014-EDB302AE1D2B}" destId="{3BDB8D83-C8AB-493C-8C7B-A5458CB2D662}" srcOrd="1" destOrd="0" presId="urn:microsoft.com/office/officeart/2005/8/layout/vList2"/>
    <dgm:cxn modelId="{78B47185-ED68-409B-A9E7-0F079233D527}" type="presParOf" srcId="{C5BF0A56-A1AF-47A2-B014-EDB302AE1D2B}" destId="{34EB517D-3532-46AE-BCEE-CAA63E547B98}" srcOrd="2" destOrd="0" presId="urn:microsoft.com/office/officeart/2005/8/layout/vList2"/>
    <dgm:cxn modelId="{13BB9604-B03F-4FEB-AD18-19354A25D53F}" type="presParOf" srcId="{C5BF0A56-A1AF-47A2-B014-EDB302AE1D2B}" destId="{9AC83ABE-C654-42A2-B2FE-095ADAB5E5A8}" srcOrd="3" destOrd="0" presId="urn:microsoft.com/office/officeart/2005/8/layout/vList2"/>
    <dgm:cxn modelId="{1E0687A8-4FF0-4CD9-8F9F-D20584B973B8}" type="presParOf" srcId="{C5BF0A56-A1AF-47A2-B014-EDB302AE1D2B}" destId="{EA41D5E2-DF68-4C7F-B08E-95144C05972A}" srcOrd="4" destOrd="0" presId="urn:microsoft.com/office/officeart/2005/8/layout/vList2"/>
    <dgm:cxn modelId="{6F1A0ED8-9E7A-486F-AF1B-27BB28DC68B0}" type="presParOf" srcId="{C5BF0A56-A1AF-47A2-B014-EDB302AE1D2B}" destId="{788C26E2-85D7-4CBD-B17E-440374E3E1A2}" srcOrd="5" destOrd="0" presId="urn:microsoft.com/office/officeart/2005/8/layout/vList2"/>
    <dgm:cxn modelId="{68169A5D-5444-4092-B07F-6F28A0F13C0E}" type="presParOf" srcId="{C5BF0A56-A1AF-47A2-B014-EDB302AE1D2B}" destId="{82CCDCAF-FB97-4690-BB42-CDDE89335C7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232793A-DFF3-4F19-9697-7DF770D19992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E9C091E-11B7-41FC-B20C-C04C1297CC38}">
      <dgm:prSet/>
      <dgm:spPr/>
      <dgm:t>
        <a:bodyPr/>
        <a:lstStyle/>
        <a:p>
          <a:r>
            <a:rPr lang="pt-BR" b="1"/>
            <a:t>Objetivo:</a:t>
          </a:r>
          <a:r>
            <a:rPr lang="pt-BR"/>
            <a:t> avaliar qualidade de serviço (QoS) em uma rede VoIP.</a:t>
          </a:r>
          <a:endParaRPr lang="en-US"/>
        </a:p>
      </dgm:t>
    </dgm:pt>
    <dgm:pt modelId="{0CEDCA4D-9679-494D-88EF-CA4577D2E011}" type="parTrans" cxnId="{318CF5E8-CDDE-4680-B28E-FE7BA71537C4}">
      <dgm:prSet/>
      <dgm:spPr/>
      <dgm:t>
        <a:bodyPr/>
        <a:lstStyle/>
        <a:p>
          <a:endParaRPr lang="en-US"/>
        </a:p>
      </dgm:t>
    </dgm:pt>
    <dgm:pt modelId="{33C24736-1630-4D14-8761-125BF9927DF4}" type="sibTrans" cxnId="{318CF5E8-CDDE-4680-B28E-FE7BA71537C4}">
      <dgm:prSet/>
      <dgm:spPr/>
      <dgm:t>
        <a:bodyPr/>
        <a:lstStyle/>
        <a:p>
          <a:endParaRPr lang="en-US"/>
        </a:p>
      </dgm:t>
    </dgm:pt>
    <dgm:pt modelId="{38DD1717-BF69-4B31-885A-67CF5CCC2C9B}">
      <dgm:prSet/>
      <dgm:spPr/>
      <dgm:t>
        <a:bodyPr/>
        <a:lstStyle/>
        <a:p>
          <a:r>
            <a:rPr lang="pt-BR" b="1"/>
            <a:t>Cenário:</a:t>
          </a:r>
          <a:r>
            <a:rPr lang="pt-BR"/>
            <a:t> clientes simulando chamadas de voz sobre IP.</a:t>
          </a:r>
          <a:endParaRPr lang="en-US"/>
        </a:p>
      </dgm:t>
    </dgm:pt>
    <dgm:pt modelId="{25E784ED-D877-4A88-9969-E3DA1AF781B2}" type="parTrans" cxnId="{D70C807A-ACDA-4E5F-95F0-3D32801D77E3}">
      <dgm:prSet/>
      <dgm:spPr/>
      <dgm:t>
        <a:bodyPr/>
        <a:lstStyle/>
        <a:p>
          <a:endParaRPr lang="en-US"/>
        </a:p>
      </dgm:t>
    </dgm:pt>
    <dgm:pt modelId="{1808C69F-F5CA-4BDF-951D-D31EF4E6E4A0}" type="sibTrans" cxnId="{D70C807A-ACDA-4E5F-95F0-3D32801D77E3}">
      <dgm:prSet/>
      <dgm:spPr/>
      <dgm:t>
        <a:bodyPr/>
        <a:lstStyle/>
        <a:p>
          <a:endParaRPr lang="en-US"/>
        </a:p>
      </dgm:t>
    </dgm:pt>
    <dgm:pt modelId="{4BB50618-6EB3-42FA-8213-73BC5411E241}">
      <dgm:prSet/>
      <dgm:spPr/>
      <dgm:t>
        <a:bodyPr/>
        <a:lstStyle/>
        <a:p>
          <a:r>
            <a:rPr lang="pt-BR" b="1"/>
            <a:t>Planejamento:</a:t>
          </a:r>
          <a:endParaRPr lang="en-US"/>
        </a:p>
      </dgm:t>
    </dgm:pt>
    <dgm:pt modelId="{87107EF6-CF5C-49EF-8611-F25555FEEC3C}" type="parTrans" cxnId="{4ED3F2FA-7F25-4A3D-8EA2-931DD113DA03}">
      <dgm:prSet/>
      <dgm:spPr/>
      <dgm:t>
        <a:bodyPr/>
        <a:lstStyle/>
        <a:p>
          <a:endParaRPr lang="en-US"/>
        </a:p>
      </dgm:t>
    </dgm:pt>
    <dgm:pt modelId="{7F3A0349-19F0-4F06-85C9-E0B78D97DA85}" type="sibTrans" cxnId="{4ED3F2FA-7F25-4A3D-8EA2-931DD113DA03}">
      <dgm:prSet/>
      <dgm:spPr/>
      <dgm:t>
        <a:bodyPr/>
        <a:lstStyle/>
        <a:p>
          <a:endParaRPr lang="en-US"/>
        </a:p>
      </dgm:t>
    </dgm:pt>
    <dgm:pt modelId="{6D92FEF5-B83B-49E4-A8C4-98017D82C22F}">
      <dgm:prSet/>
      <dgm:spPr/>
      <dgm:t>
        <a:bodyPr/>
        <a:lstStyle/>
        <a:p>
          <a:r>
            <a:rPr lang="pt-BR"/>
            <a:t>Nós: servidores VoIP e múltiplos clientes.</a:t>
          </a:r>
          <a:endParaRPr lang="en-US"/>
        </a:p>
      </dgm:t>
    </dgm:pt>
    <dgm:pt modelId="{7EFC972E-714C-4115-B39E-FB626ECC9178}" type="parTrans" cxnId="{A7ADBB68-4869-4F9F-9EB2-31823B520A91}">
      <dgm:prSet/>
      <dgm:spPr/>
      <dgm:t>
        <a:bodyPr/>
        <a:lstStyle/>
        <a:p>
          <a:endParaRPr lang="en-US"/>
        </a:p>
      </dgm:t>
    </dgm:pt>
    <dgm:pt modelId="{E698A30B-C25B-4B7B-97D3-305626B4717E}" type="sibTrans" cxnId="{A7ADBB68-4869-4F9F-9EB2-31823B520A91}">
      <dgm:prSet/>
      <dgm:spPr/>
      <dgm:t>
        <a:bodyPr/>
        <a:lstStyle/>
        <a:p>
          <a:endParaRPr lang="en-US"/>
        </a:p>
      </dgm:t>
    </dgm:pt>
    <dgm:pt modelId="{A2CC3068-2A62-4251-BB31-F0119A78E89E}">
      <dgm:prSet/>
      <dgm:spPr/>
      <dgm:t>
        <a:bodyPr/>
        <a:lstStyle/>
        <a:p>
          <a:r>
            <a:rPr lang="pt-BR"/>
            <a:t>Enlaces: com variação de largura de banda e atraso.</a:t>
          </a:r>
          <a:endParaRPr lang="en-US"/>
        </a:p>
      </dgm:t>
    </dgm:pt>
    <dgm:pt modelId="{E4F90647-AD8E-413A-B189-955A9D2A243E}" type="parTrans" cxnId="{574BB60B-1CB1-4479-8E54-6097C94319B5}">
      <dgm:prSet/>
      <dgm:spPr/>
      <dgm:t>
        <a:bodyPr/>
        <a:lstStyle/>
        <a:p>
          <a:endParaRPr lang="en-US"/>
        </a:p>
      </dgm:t>
    </dgm:pt>
    <dgm:pt modelId="{28F8A262-1B4F-46C7-9565-3050B1797DC6}" type="sibTrans" cxnId="{574BB60B-1CB1-4479-8E54-6097C94319B5}">
      <dgm:prSet/>
      <dgm:spPr/>
      <dgm:t>
        <a:bodyPr/>
        <a:lstStyle/>
        <a:p>
          <a:endParaRPr lang="en-US"/>
        </a:p>
      </dgm:t>
    </dgm:pt>
    <dgm:pt modelId="{EEC8D4B1-50A5-4C8E-883D-094B2B7C2F50}">
      <dgm:prSet/>
      <dgm:spPr/>
      <dgm:t>
        <a:bodyPr/>
        <a:lstStyle/>
        <a:p>
          <a:r>
            <a:rPr lang="pt-BR"/>
            <a:t>Tráfego: pacotes de voz contínuos (UDP).</a:t>
          </a:r>
          <a:endParaRPr lang="en-US"/>
        </a:p>
      </dgm:t>
    </dgm:pt>
    <dgm:pt modelId="{114EB5DE-9A4C-401F-9670-A8B285D414EB}" type="parTrans" cxnId="{DF7E9F62-2715-4FE1-B1CC-256FDA050944}">
      <dgm:prSet/>
      <dgm:spPr/>
      <dgm:t>
        <a:bodyPr/>
        <a:lstStyle/>
        <a:p>
          <a:endParaRPr lang="en-US"/>
        </a:p>
      </dgm:t>
    </dgm:pt>
    <dgm:pt modelId="{022B3793-050D-4938-8441-69159684A015}" type="sibTrans" cxnId="{DF7E9F62-2715-4FE1-B1CC-256FDA050944}">
      <dgm:prSet/>
      <dgm:spPr/>
      <dgm:t>
        <a:bodyPr/>
        <a:lstStyle/>
        <a:p>
          <a:endParaRPr lang="en-US"/>
        </a:p>
      </dgm:t>
    </dgm:pt>
    <dgm:pt modelId="{A0463CEB-7B59-4AA6-8037-48DFBF0101CE}">
      <dgm:prSet custT="1"/>
      <dgm:spPr/>
      <dgm:t>
        <a:bodyPr/>
        <a:lstStyle/>
        <a:p>
          <a:r>
            <a:rPr lang="pt-BR" sz="1800" b="1"/>
            <a:t>Métricas coletadas:</a:t>
          </a:r>
          <a:endParaRPr lang="en-US" sz="1800"/>
        </a:p>
      </dgm:t>
    </dgm:pt>
    <dgm:pt modelId="{91D9A12C-A0D0-4FF5-9A7D-96F7565E00CB}" type="parTrans" cxnId="{66C0F5AC-1A0E-4640-995E-6C19019F95BF}">
      <dgm:prSet/>
      <dgm:spPr/>
      <dgm:t>
        <a:bodyPr/>
        <a:lstStyle/>
        <a:p>
          <a:endParaRPr lang="en-US"/>
        </a:p>
      </dgm:t>
    </dgm:pt>
    <dgm:pt modelId="{CF7868A3-52ED-4017-9E05-8E062869BC15}" type="sibTrans" cxnId="{66C0F5AC-1A0E-4640-995E-6C19019F95BF}">
      <dgm:prSet/>
      <dgm:spPr/>
      <dgm:t>
        <a:bodyPr/>
        <a:lstStyle/>
        <a:p>
          <a:endParaRPr lang="en-US"/>
        </a:p>
      </dgm:t>
    </dgm:pt>
    <dgm:pt modelId="{F5048907-5FE7-4E7F-97E5-C0D297DC0E0C}">
      <dgm:prSet custT="1"/>
      <dgm:spPr/>
      <dgm:t>
        <a:bodyPr/>
        <a:lstStyle/>
        <a:p>
          <a:r>
            <a:rPr lang="pt-BR" sz="1400"/>
            <a:t>Latência média de pacotes.</a:t>
          </a:r>
          <a:endParaRPr lang="en-US" sz="1400"/>
        </a:p>
      </dgm:t>
    </dgm:pt>
    <dgm:pt modelId="{6BA55836-E056-45F0-966D-762368E2A73E}" type="parTrans" cxnId="{9C516606-437D-4E73-934A-E0114F4151D3}">
      <dgm:prSet/>
      <dgm:spPr/>
      <dgm:t>
        <a:bodyPr/>
        <a:lstStyle/>
        <a:p>
          <a:endParaRPr lang="en-US"/>
        </a:p>
      </dgm:t>
    </dgm:pt>
    <dgm:pt modelId="{15390CF1-39FD-4D17-8AF9-F0066CBE2774}" type="sibTrans" cxnId="{9C516606-437D-4E73-934A-E0114F4151D3}">
      <dgm:prSet/>
      <dgm:spPr/>
      <dgm:t>
        <a:bodyPr/>
        <a:lstStyle/>
        <a:p>
          <a:endParaRPr lang="en-US"/>
        </a:p>
      </dgm:t>
    </dgm:pt>
    <dgm:pt modelId="{7AD612B5-CF89-43DA-9F91-DA02F2A2CC47}">
      <dgm:prSet custT="1"/>
      <dgm:spPr/>
      <dgm:t>
        <a:bodyPr/>
        <a:lstStyle/>
        <a:p>
          <a:r>
            <a:rPr lang="pt-BR" sz="1400" b="1"/>
            <a:t>Jitter</a:t>
          </a:r>
          <a:r>
            <a:rPr lang="pt-BR" sz="1400"/>
            <a:t> (variação no atraso).</a:t>
          </a:r>
          <a:endParaRPr lang="en-US" sz="1400"/>
        </a:p>
      </dgm:t>
    </dgm:pt>
    <dgm:pt modelId="{3D86BA0E-3152-426B-8796-983ED46E311B}" type="parTrans" cxnId="{C2E9CD59-028D-47C5-938E-270B2E8052CF}">
      <dgm:prSet/>
      <dgm:spPr/>
      <dgm:t>
        <a:bodyPr/>
        <a:lstStyle/>
        <a:p>
          <a:endParaRPr lang="en-US"/>
        </a:p>
      </dgm:t>
    </dgm:pt>
    <dgm:pt modelId="{C4B5E784-6EE2-468E-849E-EB15608FDA1D}" type="sibTrans" cxnId="{C2E9CD59-028D-47C5-938E-270B2E8052CF}">
      <dgm:prSet/>
      <dgm:spPr/>
      <dgm:t>
        <a:bodyPr/>
        <a:lstStyle/>
        <a:p>
          <a:endParaRPr lang="en-US"/>
        </a:p>
      </dgm:t>
    </dgm:pt>
    <dgm:pt modelId="{367E87DC-C261-40B0-8352-A77F85311056}">
      <dgm:prSet custT="1"/>
      <dgm:spPr/>
      <dgm:t>
        <a:bodyPr/>
        <a:lstStyle/>
        <a:p>
          <a:r>
            <a:rPr lang="pt-BR" sz="1400" b="1"/>
            <a:t>Taxa de perda de pacotes.</a:t>
          </a:r>
          <a:endParaRPr lang="en-US" sz="1400"/>
        </a:p>
      </dgm:t>
    </dgm:pt>
    <dgm:pt modelId="{98C58653-DA4A-401F-9B46-052335B16762}" type="parTrans" cxnId="{1009F483-A8D0-4B4D-B858-028E42F25FAD}">
      <dgm:prSet/>
      <dgm:spPr/>
      <dgm:t>
        <a:bodyPr/>
        <a:lstStyle/>
        <a:p>
          <a:endParaRPr lang="en-US"/>
        </a:p>
      </dgm:t>
    </dgm:pt>
    <dgm:pt modelId="{38530BA1-2157-4780-968B-4AFF41690E15}" type="sibTrans" cxnId="{1009F483-A8D0-4B4D-B858-028E42F25FAD}">
      <dgm:prSet/>
      <dgm:spPr/>
      <dgm:t>
        <a:bodyPr/>
        <a:lstStyle/>
        <a:p>
          <a:endParaRPr lang="en-US"/>
        </a:p>
      </dgm:t>
    </dgm:pt>
    <dgm:pt modelId="{DF93DDE7-97E2-4D59-8A00-7B78D58E4A49}">
      <dgm:prSet/>
      <dgm:spPr/>
      <dgm:t>
        <a:bodyPr/>
        <a:lstStyle/>
        <a:p>
          <a:r>
            <a:rPr lang="pt-BR" b="1"/>
            <a:t>Ferramenta:</a:t>
          </a:r>
          <a:r>
            <a:rPr lang="pt-BR"/>
            <a:t> </a:t>
          </a:r>
          <a:r>
            <a:rPr lang="pt-BR" b="1"/>
            <a:t>IPERF3</a:t>
          </a:r>
          <a:r>
            <a:rPr lang="pt-BR"/>
            <a:t> para geração e medição de tráfego.</a:t>
          </a:r>
          <a:endParaRPr lang="en-US"/>
        </a:p>
      </dgm:t>
    </dgm:pt>
    <dgm:pt modelId="{A34A22DD-B0B1-4EF7-89A3-9F679F77665E}" type="parTrans" cxnId="{9423DF74-2413-41F1-A3D9-5661E536B7D9}">
      <dgm:prSet/>
      <dgm:spPr/>
      <dgm:t>
        <a:bodyPr/>
        <a:lstStyle/>
        <a:p>
          <a:endParaRPr lang="en-US"/>
        </a:p>
      </dgm:t>
    </dgm:pt>
    <dgm:pt modelId="{D05CC18D-31A5-45AC-B93A-C2E37C15B699}" type="sibTrans" cxnId="{9423DF74-2413-41F1-A3D9-5661E536B7D9}">
      <dgm:prSet/>
      <dgm:spPr/>
      <dgm:t>
        <a:bodyPr/>
        <a:lstStyle/>
        <a:p>
          <a:endParaRPr lang="en-US"/>
        </a:p>
      </dgm:t>
    </dgm:pt>
    <dgm:pt modelId="{CEF86714-125A-4873-8040-8C777F958C0C}">
      <dgm:prSet/>
      <dgm:spPr/>
      <dgm:t>
        <a:bodyPr/>
        <a:lstStyle/>
        <a:p>
          <a:r>
            <a:rPr lang="pt-BR" b="1"/>
            <a:t>Resultado esperado:</a:t>
          </a:r>
          <a:r>
            <a:rPr lang="pt-BR"/>
            <a:t> identificar limiares aceitáveis para manter qualidade de áudio.</a:t>
          </a:r>
          <a:endParaRPr lang="en-US"/>
        </a:p>
      </dgm:t>
    </dgm:pt>
    <dgm:pt modelId="{F78D090A-79FF-4A69-BBE8-2CB4A3C81A07}" type="parTrans" cxnId="{08E487A3-C135-438F-9ABC-8EF662EF74E0}">
      <dgm:prSet/>
      <dgm:spPr/>
      <dgm:t>
        <a:bodyPr/>
        <a:lstStyle/>
        <a:p>
          <a:endParaRPr lang="en-US"/>
        </a:p>
      </dgm:t>
    </dgm:pt>
    <dgm:pt modelId="{C5C45DA0-8426-4B55-B238-87EEACCDC4BD}" type="sibTrans" cxnId="{08E487A3-C135-438F-9ABC-8EF662EF74E0}">
      <dgm:prSet/>
      <dgm:spPr/>
      <dgm:t>
        <a:bodyPr/>
        <a:lstStyle/>
        <a:p>
          <a:endParaRPr lang="en-US"/>
        </a:p>
      </dgm:t>
    </dgm:pt>
    <dgm:pt modelId="{16DB2859-EF27-4B73-B3C5-828B50A52B44}">
      <dgm:prSet custT="1"/>
      <dgm:spPr/>
      <dgm:t>
        <a:bodyPr/>
        <a:lstStyle/>
        <a:p>
          <a:r>
            <a:rPr lang="pt-BR" sz="1400"/>
            <a:t>📊 </a:t>
          </a:r>
          <a:r>
            <a:rPr lang="pt-BR" sz="1400" b="1"/>
            <a:t>Exemplo prático:</a:t>
          </a:r>
          <a:r>
            <a:rPr lang="pt-BR" sz="1400"/>
            <a:t> em VoIP, latência &gt; 150 ms já compromete a conversação.</a:t>
          </a:r>
          <a:endParaRPr lang="en-US" sz="1400"/>
        </a:p>
      </dgm:t>
    </dgm:pt>
    <dgm:pt modelId="{B81A56F8-D0D9-4F68-B471-0D365BAB267A}" type="parTrans" cxnId="{14B69D6D-D0CE-4ED1-89D6-DCDD70F34D2D}">
      <dgm:prSet/>
      <dgm:spPr/>
      <dgm:t>
        <a:bodyPr/>
        <a:lstStyle/>
        <a:p>
          <a:endParaRPr lang="en-US"/>
        </a:p>
      </dgm:t>
    </dgm:pt>
    <dgm:pt modelId="{FD98076D-3426-4F69-A04D-93D0E5FBBEC0}" type="sibTrans" cxnId="{14B69D6D-D0CE-4ED1-89D6-DCDD70F34D2D}">
      <dgm:prSet/>
      <dgm:spPr/>
      <dgm:t>
        <a:bodyPr/>
        <a:lstStyle/>
        <a:p>
          <a:endParaRPr lang="en-US"/>
        </a:p>
      </dgm:t>
    </dgm:pt>
    <dgm:pt modelId="{9CF5A2AC-5FCD-44DB-B1F9-3BD2D662D7FF}" type="pres">
      <dgm:prSet presAssocID="{6232793A-DFF3-4F19-9697-7DF770D19992}" presName="diagram" presStyleCnt="0">
        <dgm:presLayoutVars>
          <dgm:dir/>
          <dgm:resizeHandles val="exact"/>
        </dgm:presLayoutVars>
      </dgm:prSet>
      <dgm:spPr/>
    </dgm:pt>
    <dgm:pt modelId="{C708584E-1AFE-45BD-AC77-629B81C3EB90}" type="pres">
      <dgm:prSet presAssocID="{8E9C091E-11B7-41FC-B20C-C04C1297CC38}" presName="node" presStyleLbl="node1" presStyleIdx="0" presStyleCnt="7">
        <dgm:presLayoutVars>
          <dgm:bulletEnabled val="1"/>
        </dgm:presLayoutVars>
      </dgm:prSet>
      <dgm:spPr/>
    </dgm:pt>
    <dgm:pt modelId="{8B573CCD-3304-4FE4-AAC1-4581A8C25B8E}" type="pres">
      <dgm:prSet presAssocID="{33C24736-1630-4D14-8761-125BF9927DF4}" presName="sibTrans" presStyleCnt="0"/>
      <dgm:spPr/>
    </dgm:pt>
    <dgm:pt modelId="{159F63A1-481F-4B9E-89F8-63F01FD80634}" type="pres">
      <dgm:prSet presAssocID="{38DD1717-BF69-4B31-885A-67CF5CCC2C9B}" presName="node" presStyleLbl="node1" presStyleIdx="1" presStyleCnt="7">
        <dgm:presLayoutVars>
          <dgm:bulletEnabled val="1"/>
        </dgm:presLayoutVars>
      </dgm:prSet>
      <dgm:spPr/>
    </dgm:pt>
    <dgm:pt modelId="{77E6658D-A750-4789-9FC4-BF71AE09FCBC}" type="pres">
      <dgm:prSet presAssocID="{1808C69F-F5CA-4BDF-951D-D31EF4E6E4A0}" presName="sibTrans" presStyleCnt="0"/>
      <dgm:spPr/>
    </dgm:pt>
    <dgm:pt modelId="{6423A6BD-2EF1-477F-933E-3D4D19D04200}" type="pres">
      <dgm:prSet presAssocID="{4BB50618-6EB3-42FA-8213-73BC5411E241}" presName="node" presStyleLbl="node1" presStyleIdx="2" presStyleCnt="7">
        <dgm:presLayoutVars>
          <dgm:bulletEnabled val="1"/>
        </dgm:presLayoutVars>
      </dgm:prSet>
      <dgm:spPr/>
    </dgm:pt>
    <dgm:pt modelId="{E2BE6A68-E908-4437-91E5-708A9AE983AC}" type="pres">
      <dgm:prSet presAssocID="{7F3A0349-19F0-4F06-85C9-E0B78D97DA85}" presName="sibTrans" presStyleCnt="0"/>
      <dgm:spPr/>
    </dgm:pt>
    <dgm:pt modelId="{7AC5957E-992C-427A-B4D4-FCB89F012361}" type="pres">
      <dgm:prSet presAssocID="{A0463CEB-7B59-4AA6-8037-48DFBF0101CE}" presName="node" presStyleLbl="node1" presStyleIdx="3" presStyleCnt="7" custScaleY="138922">
        <dgm:presLayoutVars>
          <dgm:bulletEnabled val="1"/>
        </dgm:presLayoutVars>
      </dgm:prSet>
      <dgm:spPr/>
    </dgm:pt>
    <dgm:pt modelId="{E4BDC3C8-FF7A-4636-ADAA-E11345EF54A4}" type="pres">
      <dgm:prSet presAssocID="{CF7868A3-52ED-4017-9E05-8E062869BC15}" presName="sibTrans" presStyleCnt="0"/>
      <dgm:spPr/>
    </dgm:pt>
    <dgm:pt modelId="{3B758524-D396-47D5-9D31-BD1980A56234}" type="pres">
      <dgm:prSet presAssocID="{DF93DDE7-97E2-4D59-8A00-7B78D58E4A49}" presName="node" presStyleLbl="node1" presStyleIdx="4" presStyleCnt="7">
        <dgm:presLayoutVars>
          <dgm:bulletEnabled val="1"/>
        </dgm:presLayoutVars>
      </dgm:prSet>
      <dgm:spPr/>
    </dgm:pt>
    <dgm:pt modelId="{0922D93D-CC4D-48EE-8ED3-E498FD40FB77}" type="pres">
      <dgm:prSet presAssocID="{D05CC18D-31A5-45AC-B93A-C2E37C15B699}" presName="sibTrans" presStyleCnt="0"/>
      <dgm:spPr/>
    </dgm:pt>
    <dgm:pt modelId="{942EEC07-1699-43BE-8AE1-E9376A384FBC}" type="pres">
      <dgm:prSet presAssocID="{CEF86714-125A-4873-8040-8C777F958C0C}" presName="node" presStyleLbl="node1" presStyleIdx="5" presStyleCnt="7">
        <dgm:presLayoutVars>
          <dgm:bulletEnabled val="1"/>
        </dgm:presLayoutVars>
      </dgm:prSet>
      <dgm:spPr/>
    </dgm:pt>
    <dgm:pt modelId="{2C452C22-55E9-4442-B6F7-B412F626D0DE}" type="pres">
      <dgm:prSet presAssocID="{C5C45DA0-8426-4B55-B238-87EEACCDC4BD}" presName="sibTrans" presStyleCnt="0"/>
      <dgm:spPr/>
    </dgm:pt>
    <dgm:pt modelId="{B6D464D3-F35B-41D7-BFD8-4ED562ECC1A9}" type="pres">
      <dgm:prSet presAssocID="{16DB2859-EF27-4B73-B3C5-828B50A52B44}" presName="node" presStyleLbl="node1" presStyleIdx="6" presStyleCnt="7" custScaleX="121676" custScaleY="120784">
        <dgm:presLayoutVars>
          <dgm:bulletEnabled val="1"/>
        </dgm:presLayoutVars>
      </dgm:prSet>
      <dgm:spPr/>
    </dgm:pt>
  </dgm:ptLst>
  <dgm:cxnLst>
    <dgm:cxn modelId="{4C0D3C00-4BC8-4886-8907-E5009209377C}" type="presOf" srcId="{8E9C091E-11B7-41FC-B20C-C04C1297CC38}" destId="{C708584E-1AFE-45BD-AC77-629B81C3EB90}" srcOrd="0" destOrd="0" presId="urn:microsoft.com/office/officeart/2005/8/layout/default"/>
    <dgm:cxn modelId="{00B63E01-14C5-4968-A912-0888742BC813}" type="presOf" srcId="{A0463CEB-7B59-4AA6-8037-48DFBF0101CE}" destId="{7AC5957E-992C-427A-B4D4-FCB89F012361}" srcOrd="0" destOrd="0" presId="urn:microsoft.com/office/officeart/2005/8/layout/default"/>
    <dgm:cxn modelId="{9C516606-437D-4E73-934A-E0114F4151D3}" srcId="{A0463CEB-7B59-4AA6-8037-48DFBF0101CE}" destId="{F5048907-5FE7-4E7F-97E5-C0D297DC0E0C}" srcOrd="0" destOrd="0" parTransId="{6BA55836-E056-45F0-966D-762368E2A73E}" sibTransId="{15390CF1-39FD-4D17-8AF9-F0066CBE2774}"/>
    <dgm:cxn modelId="{574BB60B-1CB1-4479-8E54-6097C94319B5}" srcId="{4BB50618-6EB3-42FA-8213-73BC5411E241}" destId="{A2CC3068-2A62-4251-BB31-F0119A78E89E}" srcOrd="1" destOrd="0" parTransId="{E4F90647-AD8E-413A-B189-955A9D2A243E}" sibTransId="{28F8A262-1B4F-46C7-9565-3050B1797DC6}"/>
    <dgm:cxn modelId="{AACC392D-0554-446A-BA73-50C191499AC3}" type="presOf" srcId="{CEF86714-125A-4873-8040-8C777F958C0C}" destId="{942EEC07-1699-43BE-8AE1-E9376A384FBC}" srcOrd="0" destOrd="0" presId="urn:microsoft.com/office/officeart/2005/8/layout/default"/>
    <dgm:cxn modelId="{E37BBA3E-EE17-4C01-986F-ECF6E085D7BD}" type="presOf" srcId="{38DD1717-BF69-4B31-885A-67CF5CCC2C9B}" destId="{159F63A1-481F-4B9E-89F8-63F01FD80634}" srcOrd="0" destOrd="0" presId="urn:microsoft.com/office/officeart/2005/8/layout/default"/>
    <dgm:cxn modelId="{7354DF5C-BD4B-42A8-BBA9-2564EC8CBD56}" type="presOf" srcId="{6232793A-DFF3-4F19-9697-7DF770D19992}" destId="{9CF5A2AC-5FCD-44DB-B1F9-3BD2D662D7FF}" srcOrd="0" destOrd="0" presId="urn:microsoft.com/office/officeart/2005/8/layout/default"/>
    <dgm:cxn modelId="{DF7E9F62-2715-4FE1-B1CC-256FDA050944}" srcId="{4BB50618-6EB3-42FA-8213-73BC5411E241}" destId="{EEC8D4B1-50A5-4C8E-883D-094B2B7C2F50}" srcOrd="2" destOrd="0" parTransId="{114EB5DE-9A4C-401F-9670-A8B285D414EB}" sibTransId="{022B3793-050D-4938-8441-69159684A015}"/>
    <dgm:cxn modelId="{A7ADBB68-4869-4F9F-9EB2-31823B520A91}" srcId="{4BB50618-6EB3-42FA-8213-73BC5411E241}" destId="{6D92FEF5-B83B-49E4-A8C4-98017D82C22F}" srcOrd="0" destOrd="0" parTransId="{7EFC972E-714C-4115-B39E-FB626ECC9178}" sibTransId="{E698A30B-C25B-4B7B-97D3-305626B4717E}"/>
    <dgm:cxn modelId="{41E5A54B-CC14-4EA3-A14B-A0AAA9B076D5}" type="presOf" srcId="{6D92FEF5-B83B-49E4-A8C4-98017D82C22F}" destId="{6423A6BD-2EF1-477F-933E-3D4D19D04200}" srcOrd="0" destOrd="1" presId="urn:microsoft.com/office/officeart/2005/8/layout/default"/>
    <dgm:cxn modelId="{14B69D6D-D0CE-4ED1-89D6-DCDD70F34D2D}" srcId="{6232793A-DFF3-4F19-9697-7DF770D19992}" destId="{16DB2859-EF27-4B73-B3C5-828B50A52B44}" srcOrd="6" destOrd="0" parTransId="{B81A56F8-D0D9-4F68-B471-0D365BAB267A}" sibTransId="{FD98076D-3426-4F69-A04D-93D0E5FBBEC0}"/>
    <dgm:cxn modelId="{9423DF74-2413-41F1-A3D9-5661E536B7D9}" srcId="{6232793A-DFF3-4F19-9697-7DF770D19992}" destId="{DF93DDE7-97E2-4D59-8A00-7B78D58E4A49}" srcOrd="4" destOrd="0" parTransId="{A34A22DD-B0B1-4EF7-89A3-9F679F77665E}" sibTransId="{D05CC18D-31A5-45AC-B93A-C2E37C15B699}"/>
    <dgm:cxn modelId="{74FCF275-D996-48A2-89C7-A40CD09E935D}" type="presOf" srcId="{4BB50618-6EB3-42FA-8213-73BC5411E241}" destId="{6423A6BD-2EF1-477F-933E-3D4D19D04200}" srcOrd="0" destOrd="0" presId="urn:microsoft.com/office/officeart/2005/8/layout/default"/>
    <dgm:cxn modelId="{CB209F57-6555-4FAC-82DF-02062A6E57EA}" type="presOf" srcId="{7AD612B5-CF89-43DA-9F91-DA02F2A2CC47}" destId="{7AC5957E-992C-427A-B4D4-FCB89F012361}" srcOrd="0" destOrd="2" presId="urn:microsoft.com/office/officeart/2005/8/layout/default"/>
    <dgm:cxn modelId="{C2E9CD59-028D-47C5-938E-270B2E8052CF}" srcId="{A0463CEB-7B59-4AA6-8037-48DFBF0101CE}" destId="{7AD612B5-CF89-43DA-9F91-DA02F2A2CC47}" srcOrd="1" destOrd="0" parTransId="{3D86BA0E-3152-426B-8796-983ED46E311B}" sibTransId="{C4B5E784-6EE2-468E-849E-EB15608FDA1D}"/>
    <dgm:cxn modelId="{615C657A-0429-47E3-833A-2435F1C45389}" type="presOf" srcId="{DF93DDE7-97E2-4D59-8A00-7B78D58E4A49}" destId="{3B758524-D396-47D5-9D31-BD1980A56234}" srcOrd="0" destOrd="0" presId="urn:microsoft.com/office/officeart/2005/8/layout/default"/>
    <dgm:cxn modelId="{D70C807A-ACDA-4E5F-95F0-3D32801D77E3}" srcId="{6232793A-DFF3-4F19-9697-7DF770D19992}" destId="{38DD1717-BF69-4B31-885A-67CF5CCC2C9B}" srcOrd="1" destOrd="0" parTransId="{25E784ED-D877-4A88-9969-E3DA1AF781B2}" sibTransId="{1808C69F-F5CA-4BDF-951D-D31EF4E6E4A0}"/>
    <dgm:cxn modelId="{1009F483-A8D0-4B4D-B858-028E42F25FAD}" srcId="{A0463CEB-7B59-4AA6-8037-48DFBF0101CE}" destId="{367E87DC-C261-40B0-8352-A77F85311056}" srcOrd="2" destOrd="0" parTransId="{98C58653-DA4A-401F-9B46-052335B16762}" sibTransId="{38530BA1-2157-4780-968B-4AFF41690E15}"/>
    <dgm:cxn modelId="{7C9FC99D-907F-4C01-8239-ACA4817CE8B4}" type="presOf" srcId="{EEC8D4B1-50A5-4C8E-883D-094B2B7C2F50}" destId="{6423A6BD-2EF1-477F-933E-3D4D19D04200}" srcOrd="0" destOrd="3" presId="urn:microsoft.com/office/officeart/2005/8/layout/default"/>
    <dgm:cxn modelId="{08E487A3-C135-438F-9ABC-8EF662EF74E0}" srcId="{6232793A-DFF3-4F19-9697-7DF770D19992}" destId="{CEF86714-125A-4873-8040-8C777F958C0C}" srcOrd="5" destOrd="0" parTransId="{F78D090A-79FF-4A69-BBE8-2CB4A3C81A07}" sibTransId="{C5C45DA0-8426-4B55-B238-87EEACCDC4BD}"/>
    <dgm:cxn modelId="{DC4A57AC-3361-4931-8C53-374B686DCE0A}" type="presOf" srcId="{F5048907-5FE7-4E7F-97E5-C0D297DC0E0C}" destId="{7AC5957E-992C-427A-B4D4-FCB89F012361}" srcOrd="0" destOrd="1" presId="urn:microsoft.com/office/officeart/2005/8/layout/default"/>
    <dgm:cxn modelId="{66C0F5AC-1A0E-4640-995E-6C19019F95BF}" srcId="{6232793A-DFF3-4F19-9697-7DF770D19992}" destId="{A0463CEB-7B59-4AA6-8037-48DFBF0101CE}" srcOrd="3" destOrd="0" parTransId="{91D9A12C-A0D0-4FF5-9A7D-96F7565E00CB}" sibTransId="{CF7868A3-52ED-4017-9E05-8E062869BC15}"/>
    <dgm:cxn modelId="{651E2BB3-050F-47BE-A0A6-5D0B0AAD97A0}" type="presOf" srcId="{367E87DC-C261-40B0-8352-A77F85311056}" destId="{7AC5957E-992C-427A-B4D4-FCB89F012361}" srcOrd="0" destOrd="3" presId="urn:microsoft.com/office/officeart/2005/8/layout/default"/>
    <dgm:cxn modelId="{A7169EC4-EF60-49F3-AD62-B9753F238267}" type="presOf" srcId="{A2CC3068-2A62-4251-BB31-F0119A78E89E}" destId="{6423A6BD-2EF1-477F-933E-3D4D19D04200}" srcOrd="0" destOrd="2" presId="urn:microsoft.com/office/officeart/2005/8/layout/default"/>
    <dgm:cxn modelId="{D1D219C5-D196-409F-B7A4-9EE2907FEED8}" type="presOf" srcId="{16DB2859-EF27-4B73-B3C5-828B50A52B44}" destId="{B6D464D3-F35B-41D7-BFD8-4ED562ECC1A9}" srcOrd="0" destOrd="0" presId="urn:microsoft.com/office/officeart/2005/8/layout/default"/>
    <dgm:cxn modelId="{318CF5E8-CDDE-4680-B28E-FE7BA71537C4}" srcId="{6232793A-DFF3-4F19-9697-7DF770D19992}" destId="{8E9C091E-11B7-41FC-B20C-C04C1297CC38}" srcOrd="0" destOrd="0" parTransId="{0CEDCA4D-9679-494D-88EF-CA4577D2E011}" sibTransId="{33C24736-1630-4D14-8761-125BF9927DF4}"/>
    <dgm:cxn modelId="{4ED3F2FA-7F25-4A3D-8EA2-931DD113DA03}" srcId="{6232793A-DFF3-4F19-9697-7DF770D19992}" destId="{4BB50618-6EB3-42FA-8213-73BC5411E241}" srcOrd="2" destOrd="0" parTransId="{87107EF6-CF5C-49EF-8611-F25555FEEC3C}" sibTransId="{7F3A0349-19F0-4F06-85C9-E0B78D97DA85}"/>
    <dgm:cxn modelId="{650A7753-348B-47EB-9BDD-9E0A717D3C9A}" type="presParOf" srcId="{9CF5A2AC-5FCD-44DB-B1F9-3BD2D662D7FF}" destId="{C708584E-1AFE-45BD-AC77-629B81C3EB90}" srcOrd="0" destOrd="0" presId="urn:microsoft.com/office/officeart/2005/8/layout/default"/>
    <dgm:cxn modelId="{67FE0221-A64C-4645-B4DC-2C0D770161CD}" type="presParOf" srcId="{9CF5A2AC-5FCD-44DB-B1F9-3BD2D662D7FF}" destId="{8B573CCD-3304-4FE4-AAC1-4581A8C25B8E}" srcOrd="1" destOrd="0" presId="urn:microsoft.com/office/officeart/2005/8/layout/default"/>
    <dgm:cxn modelId="{3297C24D-AADA-4AE0-9BAB-3328256C6E40}" type="presParOf" srcId="{9CF5A2AC-5FCD-44DB-B1F9-3BD2D662D7FF}" destId="{159F63A1-481F-4B9E-89F8-63F01FD80634}" srcOrd="2" destOrd="0" presId="urn:microsoft.com/office/officeart/2005/8/layout/default"/>
    <dgm:cxn modelId="{1691F7DD-7056-4846-92ED-6686B7B0E2A5}" type="presParOf" srcId="{9CF5A2AC-5FCD-44DB-B1F9-3BD2D662D7FF}" destId="{77E6658D-A750-4789-9FC4-BF71AE09FCBC}" srcOrd="3" destOrd="0" presId="urn:microsoft.com/office/officeart/2005/8/layout/default"/>
    <dgm:cxn modelId="{E324159B-1E57-42CF-ADBC-8B271AA5CC54}" type="presParOf" srcId="{9CF5A2AC-5FCD-44DB-B1F9-3BD2D662D7FF}" destId="{6423A6BD-2EF1-477F-933E-3D4D19D04200}" srcOrd="4" destOrd="0" presId="urn:microsoft.com/office/officeart/2005/8/layout/default"/>
    <dgm:cxn modelId="{263425FA-CD0C-4866-892B-913B0C75A7CF}" type="presParOf" srcId="{9CF5A2AC-5FCD-44DB-B1F9-3BD2D662D7FF}" destId="{E2BE6A68-E908-4437-91E5-708A9AE983AC}" srcOrd="5" destOrd="0" presId="urn:microsoft.com/office/officeart/2005/8/layout/default"/>
    <dgm:cxn modelId="{0F9A3D44-3A39-40CF-ABF8-0EB771210AA8}" type="presParOf" srcId="{9CF5A2AC-5FCD-44DB-B1F9-3BD2D662D7FF}" destId="{7AC5957E-992C-427A-B4D4-FCB89F012361}" srcOrd="6" destOrd="0" presId="urn:microsoft.com/office/officeart/2005/8/layout/default"/>
    <dgm:cxn modelId="{7962516E-0896-4872-8A36-48990BE9675B}" type="presParOf" srcId="{9CF5A2AC-5FCD-44DB-B1F9-3BD2D662D7FF}" destId="{E4BDC3C8-FF7A-4636-ADAA-E11345EF54A4}" srcOrd="7" destOrd="0" presId="urn:microsoft.com/office/officeart/2005/8/layout/default"/>
    <dgm:cxn modelId="{0C202C87-318D-4293-8402-DC7FF3FDCD5B}" type="presParOf" srcId="{9CF5A2AC-5FCD-44DB-B1F9-3BD2D662D7FF}" destId="{3B758524-D396-47D5-9D31-BD1980A56234}" srcOrd="8" destOrd="0" presId="urn:microsoft.com/office/officeart/2005/8/layout/default"/>
    <dgm:cxn modelId="{EB73C526-4E79-4B0B-BA1C-61D2DA8ECA3D}" type="presParOf" srcId="{9CF5A2AC-5FCD-44DB-B1F9-3BD2D662D7FF}" destId="{0922D93D-CC4D-48EE-8ED3-E498FD40FB77}" srcOrd="9" destOrd="0" presId="urn:microsoft.com/office/officeart/2005/8/layout/default"/>
    <dgm:cxn modelId="{68D036BB-1858-4360-80C1-29E119A0BA6D}" type="presParOf" srcId="{9CF5A2AC-5FCD-44DB-B1F9-3BD2D662D7FF}" destId="{942EEC07-1699-43BE-8AE1-E9376A384FBC}" srcOrd="10" destOrd="0" presId="urn:microsoft.com/office/officeart/2005/8/layout/default"/>
    <dgm:cxn modelId="{22166463-6135-4880-AC42-5EF7257B470F}" type="presParOf" srcId="{9CF5A2AC-5FCD-44DB-B1F9-3BD2D662D7FF}" destId="{2C452C22-55E9-4442-B6F7-B412F626D0DE}" srcOrd="11" destOrd="0" presId="urn:microsoft.com/office/officeart/2005/8/layout/default"/>
    <dgm:cxn modelId="{901087BB-D780-455D-BF5D-73ACA0B36C8F}" type="presParOf" srcId="{9CF5A2AC-5FCD-44DB-B1F9-3BD2D662D7FF}" destId="{B6D464D3-F35B-41D7-BFD8-4ED562ECC1A9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34CE1A7-1031-4A51-964A-7893C6A299D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06D3830-0183-442B-868D-3879EBE314C8}">
      <dgm:prSet/>
      <dgm:spPr/>
      <dgm:t>
        <a:bodyPr/>
        <a:lstStyle/>
        <a:p>
          <a:r>
            <a:rPr lang="pt-BR" b="0" i="0" baseline="0"/>
            <a:t>O </a:t>
          </a:r>
          <a:r>
            <a:rPr lang="pt-BR" b="1" i="0" baseline="0"/>
            <a:t>planejamento de experimentos</a:t>
          </a:r>
          <a:r>
            <a:rPr lang="pt-BR" b="0" i="0" baseline="0"/>
            <a:t> garante resultados </a:t>
          </a:r>
          <a:r>
            <a:rPr lang="pt-BR" b="1" i="0" baseline="0"/>
            <a:t>válidos e reprodutíveis</a:t>
          </a:r>
          <a:r>
            <a:rPr lang="pt-BR" b="0" i="0" baseline="0"/>
            <a:t>.</a:t>
          </a:r>
          <a:endParaRPr lang="en-US"/>
        </a:p>
      </dgm:t>
    </dgm:pt>
    <dgm:pt modelId="{B23A6445-597C-4193-BDF4-78F70DBEF107}" type="parTrans" cxnId="{4D567DE4-05C5-4E9F-B844-AC840E2325BE}">
      <dgm:prSet/>
      <dgm:spPr/>
      <dgm:t>
        <a:bodyPr/>
        <a:lstStyle/>
        <a:p>
          <a:endParaRPr lang="en-US"/>
        </a:p>
      </dgm:t>
    </dgm:pt>
    <dgm:pt modelId="{F31312CC-63DA-42C2-B7DB-9928AFF79AFB}" type="sibTrans" cxnId="{4D567DE4-05C5-4E9F-B844-AC840E2325BE}">
      <dgm:prSet/>
      <dgm:spPr/>
      <dgm:t>
        <a:bodyPr/>
        <a:lstStyle/>
        <a:p>
          <a:endParaRPr lang="en-US"/>
        </a:p>
      </dgm:t>
    </dgm:pt>
    <dgm:pt modelId="{4111FB10-B37D-4DA4-B3F4-A9BA14E60181}">
      <dgm:prSet/>
      <dgm:spPr/>
      <dgm:t>
        <a:bodyPr/>
        <a:lstStyle/>
        <a:p>
          <a:r>
            <a:rPr lang="pt-BR" b="0" i="0" baseline="0"/>
            <a:t>A </a:t>
          </a:r>
          <a:r>
            <a:rPr lang="pt-BR" b="1" i="0" baseline="0"/>
            <a:t>coleta estruturada de dados</a:t>
          </a:r>
          <a:r>
            <a:rPr lang="pt-BR" b="0" i="0" baseline="0"/>
            <a:t> é essencial para análise confiável.</a:t>
          </a:r>
          <a:endParaRPr lang="en-US"/>
        </a:p>
      </dgm:t>
    </dgm:pt>
    <dgm:pt modelId="{A8386567-ECD0-4C2F-807D-C195FA778DA4}" type="parTrans" cxnId="{F83C8D92-58A3-4BF2-8319-670A8CAC6083}">
      <dgm:prSet/>
      <dgm:spPr/>
      <dgm:t>
        <a:bodyPr/>
        <a:lstStyle/>
        <a:p>
          <a:endParaRPr lang="en-US"/>
        </a:p>
      </dgm:t>
    </dgm:pt>
    <dgm:pt modelId="{FCE68EE6-BB03-40F9-B487-25EA06D492A5}" type="sibTrans" cxnId="{F83C8D92-58A3-4BF2-8319-670A8CAC6083}">
      <dgm:prSet/>
      <dgm:spPr/>
      <dgm:t>
        <a:bodyPr/>
        <a:lstStyle/>
        <a:p>
          <a:endParaRPr lang="en-US"/>
        </a:p>
      </dgm:t>
    </dgm:pt>
    <dgm:pt modelId="{3C078FD9-8201-40E7-84BD-4BDE58AEA669}">
      <dgm:prSet/>
      <dgm:spPr/>
      <dgm:t>
        <a:bodyPr/>
        <a:lstStyle/>
        <a:p>
          <a:r>
            <a:rPr lang="pt-BR" b="1" i="0" baseline="0"/>
            <a:t>Métricas bem definidas</a:t>
          </a:r>
          <a:r>
            <a:rPr lang="pt-BR" b="0" i="0" baseline="0"/>
            <a:t> (latência, vazão, jitter, utilização) orientam melhorias no sistema.</a:t>
          </a:r>
          <a:endParaRPr lang="en-US"/>
        </a:p>
      </dgm:t>
    </dgm:pt>
    <dgm:pt modelId="{F5D8C9AE-7CF3-468F-9F9B-E01C5B0EB2C5}" type="parTrans" cxnId="{B8196CA3-9D2D-4AA0-9A60-D7EBB840658A}">
      <dgm:prSet/>
      <dgm:spPr/>
      <dgm:t>
        <a:bodyPr/>
        <a:lstStyle/>
        <a:p>
          <a:endParaRPr lang="en-US"/>
        </a:p>
      </dgm:t>
    </dgm:pt>
    <dgm:pt modelId="{2A2F3A0E-A571-4852-A5BA-BD1A0F413337}" type="sibTrans" cxnId="{B8196CA3-9D2D-4AA0-9A60-D7EBB840658A}">
      <dgm:prSet/>
      <dgm:spPr/>
      <dgm:t>
        <a:bodyPr/>
        <a:lstStyle/>
        <a:p>
          <a:endParaRPr lang="en-US"/>
        </a:p>
      </dgm:t>
    </dgm:pt>
    <dgm:pt modelId="{229D0DA2-274A-4C3A-9915-6EB0A39A6395}">
      <dgm:prSet/>
      <dgm:spPr/>
      <dgm:t>
        <a:bodyPr/>
        <a:lstStyle/>
        <a:p>
          <a:r>
            <a:rPr lang="pt-BR" b="0" i="0" baseline="0"/>
            <a:t>Ferramentas modernas ampliam a </a:t>
          </a:r>
          <a:r>
            <a:rPr lang="pt-BR" b="1" i="0" baseline="0"/>
            <a:t>observabilidade</a:t>
          </a:r>
          <a:r>
            <a:rPr lang="pt-BR" b="0" i="0" baseline="0"/>
            <a:t> (Prometheus, Grafana, IPERF, Wireshark).</a:t>
          </a:r>
          <a:endParaRPr lang="en-US"/>
        </a:p>
      </dgm:t>
    </dgm:pt>
    <dgm:pt modelId="{FC21F4C4-C9C9-4A9F-B3F2-BCB015F929C3}" type="parTrans" cxnId="{B95A7DA9-01EE-49B8-B290-C41FA567C4CD}">
      <dgm:prSet/>
      <dgm:spPr/>
      <dgm:t>
        <a:bodyPr/>
        <a:lstStyle/>
        <a:p>
          <a:endParaRPr lang="en-US"/>
        </a:p>
      </dgm:t>
    </dgm:pt>
    <dgm:pt modelId="{F38FD19A-5A57-4EB8-A956-157A2F69B7A8}" type="sibTrans" cxnId="{B95A7DA9-01EE-49B8-B290-C41FA567C4CD}">
      <dgm:prSet/>
      <dgm:spPr/>
      <dgm:t>
        <a:bodyPr/>
        <a:lstStyle/>
        <a:p>
          <a:endParaRPr lang="en-US"/>
        </a:p>
      </dgm:t>
    </dgm:pt>
    <dgm:pt modelId="{DCE7039F-309A-4FDA-9E29-4FCA19EC42D4}">
      <dgm:prSet/>
      <dgm:spPr/>
      <dgm:t>
        <a:bodyPr/>
        <a:lstStyle/>
        <a:p>
          <a:r>
            <a:rPr lang="pt-BR" b="0" i="0" baseline="0"/>
            <a:t>Boas práticas: documentação, repetição e controle de variáveis.</a:t>
          </a:r>
          <a:endParaRPr lang="en-US"/>
        </a:p>
      </dgm:t>
    </dgm:pt>
    <dgm:pt modelId="{A2B88405-C9A7-45A8-9884-9CBB93936BAE}" type="parTrans" cxnId="{6C41A292-D1A3-441A-918D-7139C5A0E7AC}">
      <dgm:prSet/>
      <dgm:spPr/>
      <dgm:t>
        <a:bodyPr/>
        <a:lstStyle/>
        <a:p>
          <a:endParaRPr lang="en-US"/>
        </a:p>
      </dgm:t>
    </dgm:pt>
    <dgm:pt modelId="{34DBBE58-53A5-4508-A688-84CCD7F77E66}" type="sibTrans" cxnId="{6C41A292-D1A3-441A-918D-7139C5A0E7AC}">
      <dgm:prSet/>
      <dgm:spPr/>
      <dgm:t>
        <a:bodyPr/>
        <a:lstStyle/>
        <a:p>
          <a:endParaRPr lang="en-US"/>
        </a:p>
      </dgm:t>
    </dgm:pt>
    <dgm:pt modelId="{D5BE9222-2550-43F9-8F1B-C374DEE874B4}">
      <dgm:prSet/>
      <dgm:spPr/>
      <dgm:t>
        <a:bodyPr/>
        <a:lstStyle/>
        <a:p>
          <a:r>
            <a:rPr lang="pt-BR" b="0" i="0" baseline="0"/>
            <a:t>Aplicações em </a:t>
          </a:r>
          <a:r>
            <a:rPr lang="pt-BR" b="1" i="0" baseline="0"/>
            <a:t>bancos de dados</a:t>
          </a:r>
          <a:r>
            <a:rPr lang="pt-BR" b="0" i="0" baseline="0"/>
            <a:t> e </a:t>
          </a:r>
          <a:r>
            <a:rPr lang="pt-BR" b="1" i="0" baseline="0"/>
            <a:t>redes</a:t>
          </a:r>
          <a:r>
            <a:rPr lang="pt-BR" b="0" i="0" baseline="0"/>
            <a:t> mostram a relevância prática para o mercado.</a:t>
          </a:r>
          <a:endParaRPr lang="en-US"/>
        </a:p>
      </dgm:t>
    </dgm:pt>
    <dgm:pt modelId="{8283B283-755D-48DB-B98A-4FF961305226}" type="parTrans" cxnId="{740C2C4D-81B1-4A85-9706-A2F5487319A7}">
      <dgm:prSet/>
      <dgm:spPr/>
      <dgm:t>
        <a:bodyPr/>
        <a:lstStyle/>
        <a:p>
          <a:endParaRPr lang="en-US"/>
        </a:p>
      </dgm:t>
    </dgm:pt>
    <dgm:pt modelId="{3D6738EC-FE24-4064-96AB-5D5992B619DA}" type="sibTrans" cxnId="{740C2C4D-81B1-4A85-9706-A2F5487319A7}">
      <dgm:prSet/>
      <dgm:spPr/>
      <dgm:t>
        <a:bodyPr/>
        <a:lstStyle/>
        <a:p>
          <a:endParaRPr lang="en-US"/>
        </a:p>
      </dgm:t>
    </dgm:pt>
    <dgm:pt modelId="{DB98A575-B6A8-4F37-8C6E-32CDDF52A8BA}" type="pres">
      <dgm:prSet presAssocID="{934CE1A7-1031-4A51-964A-7893C6A299D0}" presName="root" presStyleCnt="0">
        <dgm:presLayoutVars>
          <dgm:dir/>
          <dgm:resizeHandles val="exact"/>
        </dgm:presLayoutVars>
      </dgm:prSet>
      <dgm:spPr/>
    </dgm:pt>
    <dgm:pt modelId="{ECF8F9F9-C527-462D-9732-F9615CA8E75B}" type="pres">
      <dgm:prSet presAssocID="{106D3830-0183-442B-868D-3879EBE314C8}" presName="compNode" presStyleCnt="0"/>
      <dgm:spPr/>
    </dgm:pt>
    <dgm:pt modelId="{1A9DCC27-E0D0-490C-B9EC-F6E692D86C24}" type="pres">
      <dgm:prSet presAssocID="{106D3830-0183-442B-868D-3879EBE314C8}" presName="bgRect" presStyleLbl="bgShp" presStyleIdx="0" presStyleCnt="6"/>
      <dgm:spPr/>
    </dgm:pt>
    <dgm:pt modelId="{BE47AE87-3C35-4E5C-A0CB-37C6E88369A1}" type="pres">
      <dgm:prSet presAssocID="{106D3830-0183-442B-868D-3879EBE314C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ópio"/>
        </a:ext>
      </dgm:extLst>
    </dgm:pt>
    <dgm:pt modelId="{FEBD83FD-C8A9-4057-BFD6-7B918288880C}" type="pres">
      <dgm:prSet presAssocID="{106D3830-0183-442B-868D-3879EBE314C8}" presName="spaceRect" presStyleCnt="0"/>
      <dgm:spPr/>
    </dgm:pt>
    <dgm:pt modelId="{91B3BEA5-A0C4-4D43-B3E8-99D587D25805}" type="pres">
      <dgm:prSet presAssocID="{106D3830-0183-442B-868D-3879EBE314C8}" presName="parTx" presStyleLbl="revTx" presStyleIdx="0" presStyleCnt="6">
        <dgm:presLayoutVars>
          <dgm:chMax val="0"/>
          <dgm:chPref val="0"/>
        </dgm:presLayoutVars>
      </dgm:prSet>
      <dgm:spPr/>
    </dgm:pt>
    <dgm:pt modelId="{1A5A90EE-B4B5-4042-AB01-9D6BDF1B3F8D}" type="pres">
      <dgm:prSet presAssocID="{F31312CC-63DA-42C2-B7DB-9928AFF79AFB}" presName="sibTrans" presStyleCnt="0"/>
      <dgm:spPr/>
    </dgm:pt>
    <dgm:pt modelId="{BFCB56C7-3923-4E0B-A4E2-BA35BCC22AC5}" type="pres">
      <dgm:prSet presAssocID="{4111FB10-B37D-4DA4-B3F4-A9BA14E60181}" presName="compNode" presStyleCnt="0"/>
      <dgm:spPr/>
    </dgm:pt>
    <dgm:pt modelId="{6E577F34-BDE2-4B1B-AC79-0EF4560BD4A1}" type="pres">
      <dgm:prSet presAssocID="{4111FB10-B37D-4DA4-B3F4-A9BA14E60181}" presName="bgRect" presStyleLbl="bgShp" presStyleIdx="1" presStyleCnt="6"/>
      <dgm:spPr/>
    </dgm:pt>
    <dgm:pt modelId="{AC2969E7-89F7-4528-9362-A85F7B07A6D1}" type="pres">
      <dgm:prSet presAssocID="{4111FB10-B37D-4DA4-B3F4-A9BA14E6018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CC7E40A8-5846-455A-9EC8-3A4E60B84071}" type="pres">
      <dgm:prSet presAssocID="{4111FB10-B37D-4DA4-B3F4-A9BA14E60181}" presName="spaceRect" presStyleCnt="0"/>
      <dgm:spPr/>
    </dgm:pt>
    <dgm:pt modelId="{F2B2EF4D-8D30-4232-9855-384E701F13D3}" type="pres">
      <dgm:prSet presAssocID="{4111FB10-B37D-4DA4-B3F4-A9BA14E60181}" presName="parTx" presStyleLbl="revTx" presStyleIdx="1" presStyleCnt="6">
        <dgm:presLayoutVars>
          <dgm:chMax val="0"/>
          <dgm:chPref val="0"/>
        </dgm:presLayoutVars>
      </dgm:prSet>
      <dgm:spPr/>
    </dgm:pt>
    <dgm:pt modelId="{A9E43310-2806-45F5-8A4B-7D97A11CD589}" type="pres">
      <dgm:prSet presAssocID="{FCE68EE6-BB03-40F9-B487-25EA06D492A5}" presName="sibTrans" presStyleCnt="0"/>
      <dgm:spPr/>
    </dgm:pt>
    <dgm:pt modelId="{88D6CB80-1BD8-4EBA-8A8E-A8A7B79A8A3C}" type="pres">
      <dgm:prSet presAssocID="{3C078FD9-8201-40E7-84BD-4BDE58AEA669}" presName="compNode" presStyleCnt="0"/>
      <dgm:spPr/>
    </dgm:pt>
    <dgm:pt modelId="{269F61E4-7E3A-435B-8EB3-154AA3BD525E}" type="pres">
      <dgm:prSet presAssocID="{3C078FD9-8201-40E7-84BD-4BDE58AEA669}" presName="bgRect" presStyleLbl="bgShp" presStyleIdx="2" presStyleCnt="6"/>
      <dgm:spPr/>
    </dgm:pt>
    <dgm:pt modelId="{C9F39B2C-8FA8-40B8-9F6F-677E7907ED6E}" type="pres">
      <dgm:prSet presAssocID="{3C078FD9-8201-40E7-84BD-4BDE58AEA66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E2F20E7C-15C6-4B91-90BE-B16E0EBA5454}" type="pres">
      <dgm:prSet presAssocID="{3C078FD9-8201-40E7-84BD-4BDE58AEA669}" presName="spaceRect" presStyleCnt="0"/>
      <dgm:spPr/>
    </dgm:pt>
    <dgm:pt modelId="{39886C7F-1B56-45F7-BC63-40D90C634949}" type="pres">
      <dgm:prSet presAssocID="{3C078FD9-8201-40E7-84BD-4BDE58AEA669}" presName="parTx" presStyleLbl="revTx" presStyleIdx="2" presStyleCnt="6">
        <dgm:presLayoutVars>
          <dgm:chMax val="0"/>
          <dgm:chPref val="0"/>
        </dgm:presLayoutVars>
      </dgm:prSet>
      <dgm:spPr/>
    </dgm:pt>
    <dgm:pt modelId="{70E59EA2-51F6-4045-A973-4F49BB7D6E2D}" type="pres">
      <dgm:prSet presAssocID="{2A2F3A0E-A571-4852-A5BA-BD1A0F413337}" presName="sibTrans" presStyleCnt="0"/>
      <dgm:spPr/>
    </dgm:pt>
    <dgm:pt modelId="{EF4F6B7A-853A-486A-91E8-C0FE0E02861D}" type="pres">
      <dgm:prSet presAssocID="{229D0DA2-274A-4C3A-9915-6EB0A39A6395}" presName="compNode" presStyleCnt="0"/>
      <dgm:spPr/>
    </dgm:pt>
    <dgm:pt modelId="{988005F5-DE30-4E7F-ABA8-164543A69D5D}" type="pres">
      <dgm:prSet presAssocID="{229D0DA2-274A-4C3A-9915-6EB0A39A6395}" presName="bgRect" presStyleLbl="bgShp" presStyleIdx="3" presStyleCnt="6"/>
      <dgm:spPr/>
    </dgm:pt>
    <dgm:pt modelId="{B512BA03-DDC9-418C-8DC2-588894268151}" type="pres">
      <dgm:prSet presAssocID="{229D0DA2-274A-4C3A-9915-6EB0A39A639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go"/>
        </a:ext>
      </dgm:extLst>
    </dgm:pt>
    <dgm:pt modelId="{67DBC74C-5724-4F84-9348-68E956A2DDCC}" type="pres">
      <dgm:prSet presAssocID="{229D0DA2-274A-4C3A-9915-6EB0A39A6395}" presName="spaceRect" presStyleCnt="0"/>
      <dgm:spPr/>
    </dgm:pt>
    <dgm:pt modelId="{4DC8E46C-9AAF-4F30-9996-C2A358A88717}" type="pres">
      <dgm:prSet presAssocID="{229D0DA2-274A-4C3A-9915-6EB0A39A6395}" presName="parTx" presStyleLbl="revTx" presStyleIdx="3" presStyleCnt="6">
        <dgm:presLayoutVars>
          <dgm:chMax val="0"/>
          <dgm:chPref val="0"/>
        </dgm:presLayoutVars>
      </dgm:prSet>
      <dgm:spPr/>
    </dgm:pt>
    <dgm:pt modelId="{884DC88E-2EF7-48D1-9D4D-45BAEC9C8BF3}" type="pres">
      <dgm:prSet presAssocID="{F38FD19A-5A57-4EB8-A956-157A2F69B7A8}" presName="sibTrans" presStyleCnt="0"/>
      <dgm:spPr/>
    </dgm:pt>
    <dgm:pt modelId="{D1A919F4-D9DD-4A5D-9B9D-F19A0DCDDD84}" type="pres">
      <dgm:prSet presAssocID="{DCE7039F-309A-4FDA-9E29-4FCA19EC42D4}" presName="compNode" presStyleCnt="0"/>
      <dgm:spPr/>
    </dgm:pt>
    <dgm:pt modelId="{A33EE03F-473D-4FCA-B150-E15811ED3F4E}" type="pres">
      <dgm:prSet presAssocID="{DCE7039F-309A-4FDA-9E29-4FCA19EC42D4}" presName="bgRect" presStyleLbl="bgShp" presStyleIdx="4" presStyleCnt="6"/>
      <dgm:spPr/>
    </dgm:pt>
    <dgm:pt modelId="{6136B220-CBDD-4688-B4C0-5D4D83FCFB83}" type="pres">
      <dgm:prSet presAssocID="{DCE7039F-309A-4FDA-9E29-4FCA19EC42D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6A89278E-2D93-45B6-A303-61BC36429FF6}" type="pres">
      <dgm:prSet presAssocID="{DCE7039F-309A-4FDA-9E29-4FCA19EC42D4}" presName="spaceRect" presStyleCnt="0"/>
      <dgm:spPr/>
    </dgm:pt>
    <dgm:pt modelId="{D827B7E5-715D-4F1A-92FE-54B983650043}" type="pres">
      <dgm:prSet presAssocID="{DCE7039F-309A-4FDA-9E29-4FCA19EC42D4}" presName="parTx" presStyleLbl="revTx" presStyleIdx="4" presStyleCnt="6">
        <dgm:presLayoutVars>
          <dgm:chMax val="0"/>
          <dgm:chPref val="0"/>
        </dgm:presLayoutVars>
      </dgm:prSet>
      <dgm:spPr/>
    </dgm:pt>
    <dgm:pt modelId="{9DACD242-9A70-4BAE-8C50-D91174229274}" type="pres">
      <dgm:prSet presAssocID="{34DBBE58-53A5-4508-A688-84CCD7F77E66}" presName="sibTrans" presStyleCnt="0"/>
      <dgm:spPr/>
    </dgm:pt>
    <dgm:pt modelId="{1635F6B1-D063-4D76-9DAE-E545FBDCC92A}" type="pres">
      <dgm:prSet presAssocID="{D5BE9222-2550-43F9-8F1B-C374DEE874B4}" presName="compNode" presStyleCnt="0"/>
      <dgm:spPr/>
    </dgm:pt>
    <dgm:pt modelId="{7493FD91-3ACF-4660-B12D-2DB31C8A5619}" type="pres">
      <dgm:prSet presAssocID="{D5BE9222-2550-43F9-8F1B-C374DEE874B4}" presName="bgRect" presStyleLbl="bgShp" presStyleIdx="5" presStyleCnt="6"/>
      <dgm:spPr/>
    </dgm:pt>
    <dgm:pt modelId="{98009756-4267-4C43-B7E7-2312A43C52C0}" type="pres">
      <dgm:prSet presAssocID="{D5BE9222-2550-43F9-8F1B-C374DEE874B4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59DA5DDB-B218-4515-A1E6-87D78BA3A02E}" type="pres">
      <dgm:prSet presAssocID="{D5BE9222-2550-43F9-8F1B-C374DEE874B4}" presName="spaceRect" presStyleCnt="0"/>
      <dgm:spPr/>
    </dgm:pt>
    <dgm:pt modelId="{103C553F-914B-4E9E-8D7C-3DE8FE714131}" type="pres">
      <dgm:prSet presAssocID="{D5BE9222-2550-43F9-8F1B-C374DEE874B4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91B3010-9095-46E4-B413-29BB30D2D20B}" type="presOf" srcId="{106D3830-0183-442B-868D-3879EBE314C8}" destId="{91B3BEA5-A0C4-4D43-B3E8-99D587D25805}" srcOrd="0" destOrd="0" presId="urn:microsoft.com/office/officeart/2018/2/layout/IconVerticalSolidList"/>
    <dgm:cxn modelId="{F9F2FD19-AC4A-45DE-9AF6-C0BC5A18F798}" type="presOf" srcId="{934CE1A7-1031-4A51-964A-7893C6A299D0}" destId="{DB98A575-B6A8-4F37-8C6E-32CDDF52A8BA}" srcOrd="0" destOrd="0" presId="urn:microsoft.com/office/officeart/2018/2/layout/IconVerticalSolidList"/>
    <dgm:cxn modelId="{58C7EE31-299C-43D3-9F6A-D612A54B3918}" type="presOf" srcId="{3C078FD9-8201-40E7-84BD-4BDE58AEA669}" destId="{39886C7F-1B56-45F7-BC63-40D90C634949}" srcOrd="0" destOrd="0" presId="urn:microsoft.com/office/officeart/2018/2/layout/IconVerticalSolidList"/>
    <dgm:cxn modelId="{36006A4A-AA05-4BD9-8E01-11BB5CC3AC22}" type="presOf" srcId="{229D0DA2-274A-4C3A-9915-6EB0A39A6395}" destId="{4DC8E46C-9AAF-4F30-9996-C2A358A88717}" srcOrd="0" destOrd="0" presId="urn:microsoft.com/office/officeart/2018/2/layout/IconVerticalSolidList"/>
    <dgm:cxn modelId="{740C2C4D-81B1-4A85-9706-A2F5487319A7}" srcId="{934CE1A7-1031-4A51-964A-7893C6A299D0}" destId="{D5BE9222-2550-43F9-8F1B-C374DEE874B4}" srcOrd="5" destOrd="0" parTransId="{8283B283-755D-48DB-B98A-4FF961305226}" sibTransId="{3D6738EC-FE24-4064-96AB-5D5992B619DA}"/>
    <dgm:cxn modelId="{EB7C037B-8008-4D22-B6D2-A7BF7FCC1FB9}" type="presOf" srcId="{D5BE9222-2550-43F9-8F1B-C374DEE874B4}" destId="{103C553F-914B-4E9E-8D7C-3DE8FE714131}" srcOrd="0" destOrd="0" presId="urn:microsoft.com/office/officeart/2018/2/layout/IconVerticalSolidList"/>
    <dgm:cxn modelId="{F83C8D92-58A3-4BF2-8319-670A8CAC6083}" srcId="{934CE1A7-1031-4A51-964A-7893C6A299D0}" destId="{4111FB10-B37D-4DA4-B3F4-A9BA14E60181}" srcOrd="1" destOrd="0" parTransId="{A8386567-ECD0-4C2F-807D-C195FA778DA4}" sibTransId="{FCE68EE6-BB03-40F9-B487-25EA06D492A5}"/>
    <dgm:cxn modelId="{6C41A292-D1A3-441A-918D-7139C5A0E7AC}" srcId="{934CE1A7-1031-4A51-964A-7893C6A299D0}" destId="{DCE7039F-309A-4FDA-9E29-4FCA19EC42D4}" srcOrd="4" destOrd="0" parTransId="{A2B88405-C9A7-45A8-9884-9CBB93936BAE}" sibTransId="{34DBBE58-53A5-4508-A688-84CCD7F77E66}"/>
    <dgm:cxn modelId="{B8196CA3-9D2D-4AA0-9A60-D7EBB840658A}" srcId="{934CE1A7-1031-4A51-964A-7893C6A299D0}" destId="{3C078FD9-8201-40E7-84BD-4BDE58AEA669}" srcOrd="2" destOrd="0" parTransId="{F5D8C9AE-7CF3-468F-9F9B-E01C5B0EB2C5}" sibTransId="{2A2F3A0E-A571-4852-A5BA-BD1A0F413337}"/>
    <dgm:cxn modelId="{B95A7DA9-01EE-49B8-B290-C41FA567C4CD}" srcId="{934CE1A7-1031-4A51-964A-7893C6A299D0}" destId="{229D0DA2-274A-4C3A-9915-6EB0A39A6395}" srcOrd="3" destOrd="0" parTransId="{FC21F4C4-C9C9-4A9F-B3F2-BCB015F929C3}" sibTransId="{F38FD19A-5A57-4EB8-A956-157A2F69B7A8}"/>
    <dgm:cxn modelId="{3B9E72D8-A72F-41B6-AB30-E204470195C9}" type="presOf" srcId="{DCE7039F-309A-4FDA-9E29-4FCA19EC42D4}" destId="{D827B7E5-715D-4F1A-92FE-54B983650043}" srcOrd="0" destOrd="0" presId="urn:microsoft.com/office/officeart/2018/2/layout/IconVerticalSolidList"/>
    <dgm:cxn modelId="{4D567DE4-05C5-4E9F-B844-AC840E2325BE}" srcId="{934CE1A7-1031-4A51-964A-7893C6A299D0}" destId="{106D3830-0183-442B-868D-3879EBE314C8}" srcOrd="0" destOrd="0" parTransId="{B23A6445-597C-4193-BDF4-78F70DBEF107}" sibTransId="{F31312CC-63DA-42C2-B7DB-9928AFF79AFB}"/>
    <dgm:cxn modelId="{498C95F1-B83A-432D-9B03-73F17FA0FBBE}" type="presOf" srcId="{4111FB10-B37D-4DA4-B3F4-A9BA14E60181}" destId="{F2B2EF4D-8D30-4232-9855-384E701F13D3}" srcOrd="0" destOrd="0" presId="urn:microsoft.com/office/officeart/2018/2/layout/IconVerticalSolidList"/>
    <dgm:cxn modelId="{AEA61DB3-63F1-4248-9547-080081CC149A}" type="presParOf" srcId="{DB98A575-B6A8-4F37-8C6E-32CDDF52A8BA}" destId="{ECF8F9F9-C527-462D-9732-F9615CA8E75B}" srcOrd="0" destOrd="0" presId="urn:microsoft.com/office/officeart/2018/2/layout/IconVerticalSolidList"/>
    <dgm:cxn modelId="{D81A1B4D-261D-41C5-A770-B51057A1253C}" type="presParOf" srcId="{ECF8F9F9-C527-462D-9732-F9615CA8E75B}" destId="{1A9DCC27-E0D0-490C-B9EC-F6E692D86C24}" srcOrd="0" destOrd="0" presId="urn:microsoft.com/office/officeart/2018/2/layout/IconVerticalSolidList"/>
    <dgm:cxn modelId="{798AE2EB-4E8F-4973-B207-4B6C49667624}" type="presParOf" srcId="{ECF8F9F9-C527-462D-9732-F9615CA8E75B}" destId="{BE47AE87-3C35-4E5C-A0CB-37C6E88369A1}" srcOrd="1" destOrd="0" presId="urn:microsoft.com/office/officeart/2018/2/layout/IconVerticalSolidList"/>
    <dgm:cxn modelId="{1FE8E112-F259-4505-81C8-FD0DE6D770EF}" type="presParOf" srcId="{ECF8F9F9-C527-462D-9732-F9615CA8E75B}" destId="{FEBD83FD-C8A9-4057-BFD6-7B918288880C}" srcOrd="2" destOrd="0" presId="urn:microsoft.com/office/officeart/2018/2/layout/IconVerticalSolidList"/>
    <dgm:cxn modelId="{F56559FA-063E-4E6D-BDD6-845CDB646F76}" type="presParOf" srcId="{ECF8F9F9-C527-462D-9732-F9615CA8E75B}" destId="{91B3BEA5-A0C4-4D43-B3E8-99D587D25805}" srcOrd="3" destOrd="0" presId="urn:microsoft.com/office/officeart/2018/2/layout/IconVerticalSolidList"/>
    <dgm:cxn modelId="{D2329D95-D110-4177-BBB9-94C6F762BBB0}" type="presParOf" srcId="{DB98A575-B6A8-4F37-8C6E-32CDDF52A8BA}" destId="{1A5A90EE-B4B5-4042-AB01-9D6BDF1B3F8D}" srcOrd="1" destOrd="0" presId="urn:microsoft.com/office/officeart/2018/2/layout/IconVerticalSolidList"/>
    <dgm:cxn modelId="{001441FD-20B3-483D-970F-2EE602BB4A55}" type="presParOf" srcId="{DB98A575-B6A8-4F37-8C6E-32CDDF52A8BA}" destId="{BFCB56C7-3923-4E0B-A4E2-BA35BCC22AC5}" srcOrd="2" destOrd="0" presId="urn:microsoft.com/office/officeart/2018/2/layout/IconVerticalSolidList"/>
    <dgm:cxn modelId="{5767BDF8-9C7D-49A7-83DD-4CACAB2A4937}" type="presParOf" srcId="{BFCB56C7-3923-4E0B-A4E2-BA35BCC22AC5}" destId="{6E577F34-BDE2-4B1B-AC79-0EF4560BD4A1}" srcOrd="0" destOrd="0" presId="urn:microsoft.com/office/officeart/2018/2/layout/IconVerticalSolidList"/>
    <dgm:cxn modelId="{173EDEEF-EABD-4D1D-8F5C-FC46AF3E00CF}" type="presParOf" srcId="{BFCB56C7-3923-4E0B-A4E2-BA35BCC22AC5}" destId="{AC2969E7-89F7-4528-9362-A85F7B07A6D1}" srcOrd="1" destOrd="0" presId="urn:microsoft.com/office/officeart/2018/2/layout/IconVerticalSolidList"/>
    <dgm:cxn modelId="{A94A187A-0FBB-42F0-9E2C-92EB94A94989}" type="presParOf" srcId="{BFCB56C7-3923-4E0B-A4E2-BA35BCC22AC5}" destId="{CC7E40A8-5846-455A-9EC8-3A4E60B84071}" srcOrd="2" destOrd="0" presId="urn:microsoft.com/office/officeart/2018/2/layout/IconVerticalSolidList"/>
    <dgm:cxn modelId="{0166BB67-672C-49F7-93C8-C4183FA859F8}" type="presParOf" srcId="{BFCB56C7-3923-4E0B-A4E2-BA35BCC22AC5}" destId="{F2B2EF4D-8D30-4232-9855-384E701F13D3}" srcOrd="3" destOrd="0" presId="urn:microsoft.com/office/officeart/2018/2/layout/IconVerticalSolidList"/>
    <dgm:cxn modelId="{772141DF-F156-4590-9C41-2C763136170E}" type="presParOf" srcId="{DB98A575-B6A8-4F37-8C6E-32CDDF52A8BA}" destId="{A9E43310-2806-45F5-8A4B-7D97A11CD589}" srcOrd="3" destOrd="0" presId="urn:microsoft.com/office/officeart/2018/2/layout/IconVerticalSolidList"/>
    <dgm:cxn modelId="{013A3AA2-D26B-466C-BE9C-6E46E0A75098}" type="presParOf" srcId="{DB98A575-B6A8-4F37-8C6E-32CDDF52A8BA}" destId="{88D6CB80-1BD8-4EBA-8A8E-A8A7B79A8A3C}" srcOrd="4" destOrd="0" presId="urn:microsoft.com/office/officeart/2018/2/layout/IconVerticalSolidList"/>
    <dgm:cxn modelId="{0031E19B-E8B5-4B41-A361-0234AAA7E292}" type="presParOf" srcId="{88D6CB80-1BD8-4EBA-8A8E-A8A7B79A8A3C}" destId="{269F61E4-7E3A-435B-8EB3-154AA3BD525E}" srcOrd="0" destOrd="0" presId="urn:microsoft.com/office/officeart/2018/2/layout/IconVerticalSolidList"/>
    <dgm:cxn modelId="{F5EA79B0-F6FF-47DA-8D77-A16EF99AE8E5}" type="presParOf" srcId="{88D6CB80-1BD8-4EBA-8A8E-A8A7B79A8A3C}" destId="{C9F39B2C-8FA8-40B8-9F6F-677E7907ED6E}" srcOrd="1" destOrd="0" presId="urn:microsoft.com/office/officeart/2018/2/layout/IconVerticalSolidList"/>
    <dgm:cxn modelId="{14A3C55B-7430-4A9E-ADB4-D559DE2609F5}" type="presParOf" srcId="{88D6CB80-1BD8-4EBA-8A8E-A8A7B79A8A3C}" destId="{E2F20E7C-15C6-4B91-90BE-B16E0EBA5454}" srcOrd="2" destOrd="0" presId="urn:microsoft.com/office/officeart/2018/2/layout/IconVerticalSolidList"/>
    <dgm:cxn modelId="{29F42352-EE59-480F-AA43-B1FCE7E573BF}" type="presParOf" srcId="{88D6CB80-1BD8-4EBA-8A8E-A8A7B79A8A3C}" destId="{39886C7F-1B56-45F7-BC63-40D90C634949}" srcOrd="3" destOrd="0" presId="urn:microsoft.com/office/officeart/2018/2/layout/IconVerticalSolidList"/>
    <dgm:cxn modelId="{76EECB8D-2096-4C99-830C-B01E189A529A}" type="presParOf" srcId="{DB98A575-B6A8-4F37-8C6E-32CDDF52A8BA}" destId="{70E59EA2-51F6-4045-A973-4F49BB7D6E2D}" srcOrd="5" destOrd="0" presId="urn:microsoft.com/office/officeart/2018/2/layout/IconVerticalSolidList"/>
    <dgm:cxn modelId="{4F58ABE3-4400-4563-B348-8683F8EFFF51}" type="presParOf" srcId="{DB98A575-B6A8-4F37-8C6E-32CDDF52A8BA}" destId="{EF4F6B7A-853A-486A-91E8-C0FE0E02861D}" srcOrd="6" destOrd="0" presId="urn:microsoft.com/office/officeart/2018/2/layout/IconVerticalSolidList"/>
    <dgm:cxn modelId="{6F39061E-CD1A-436E-990B-3CDBED3B8505}" type="presParOf" srcId="{EF4F6B7A-853A-486A-91E8-C0FE0E02861D}" destId="{988005F5-DE30-4E7F-ABA8-164543A69D5D}" srcOrd="0" destOrd="0" presId="urn:microsoft.com/office/officeart/2018/2/layout/IconVerticalSolidList"/>
    <dgm:cxn modelId="{AE779F13-6735-4036-B2C0-381C841F65E0}" type="presParOf" srcId="{EF4F6B7A-853A-486A-91E8-C0FE0E02861D}" destId="{B512BA03-DDC9-418C-8DC2-588894268151}" srcOrd="1" destOrd="0" presId="urn:microsoft.com/office/officeart/2018/2/layout/IconVerticalSolidList"/>
    <dgm:cxn modelId="{960BE265-3302-42CB-A48C-1694E59682B3}" type="presParOf" srcId="{EF4F6B7A-853A-486A-91E8-C0FE0E02861D}" destId="{67DBC74C-5724-4F84-9348-68E956A2DDCC}" srcOrd="2" destOrd="0" presId="urn:microsoft.com/office/officeart/2018/2/layout/IconVerticalSolidList"/>
    <dgm:cxn modelId="{DA7E11EF-004A-40BC-A6B2-38AAD5722FEB}" type="presParOf" srcId="{EF4F6B7A-853A-486A-91E8-C0FE0E02861D}" destId="{4DC8E46C-9AAF-4F30-9996-C2A358A88717}" srcOrd="3" destOrd="0" presId="urn:microsoft.com/office/officeart/2018/2/layout/IconVerticalSolidList"/>
    <dgm:cxn modelId="{6B2BB2FB-4315-4603-9AAC-3611FACA39C9}" type="presParOf" srcId="{DB98A575-B6A8-4F37-8C6E-32CDDF52A8BA}" destId="{884DC88E-2EF7-48D1-9D4D-45BAEC9C8BF3}" srcOrd="7" destOrd="0" presId="urn:microsoft.com/office/officeart/2018/2/layout/IconVerticalSolidList"/>
    <dgm:cxn modelId="{B9D38012-C4B5-467A-BE0D-F0AF8DB45830}" type="presParOf" srcId="{DB98A575-B6A8-4F37-8C6E-32CDDF52A8BA}" destId="{D1A919F4-D9DD-4A5D-9B9D-F19A0DCDDD84}" srcOrd="8" destOrd="0" presId="urn:microsoft.com/office/officeart/2018/2/layout/IconVerticalSolidList"/>
    <dgm:cxn modelId="{653CCAB2-38D0-4E18-B468-7A3C4636B73C}" type="presParOf" srcId="{D1A919F4-D9DD-4A5D-9B9D-F19A0DCDDD84}" destId="{A33EE03F-473D-4FCA-B150-E15811ED3F4E}" srcOrd="0" destOrd="0" presId="urn:microsoft.com/office/officeart/2018/2/layout/IconVerticalSolidList"/>
    <dgm:cxn modelId="{D8B8EDE1-EA0D-4ACF-BA52-C081949B36EF}" type="presParOf" srcId="{D1A919F4-D9DD-4A5D-9B9D-F19A0DCDDD84}" destId="{6136B220-CBDD-4688-B4C0-5D4D83FCFB83}" srcOrd="1" destOrd="0" presId="urn:microsoft.com/office/officeart/2018/2/layout/IconVerticalSolidList"/>
    <dgm:cxn modelId="{65C1B457-50C8-496D-9639-9D7908DE0B63}" type="presParOf" srcId="{D1A919F4-D9DD-4A5D-9B9D-F19A0DCDDD84}" destId="{6A89278E-2D93-45B6-A303-61BC36429FF6}" srcOrd="2" destOrd="0" presId="urn:microsoft.com/office/officeart/2018/2/layout/IconVerticalSolidList"/>
    <dgm:cxn modelId="{2CB56D57-E017-4D24-ACD6-97A13354C2D0}" type="presParOf" srcId="{D1A919F4-D9DD-4A5D-9B9D-F19A0DCDDD84}" destId="{D827B7E5-715D-4F1A-92FE-54B983650043}" srcOrd="3" destOrd="0" presId="urn:microsoft.com/office/officeart/2018/2/layout/IconVerticalSolidList"/>
    <dgm:cxn modelId="{73767148-7F1A-4FCB-8DB9-4F740CDFD34F}" type="presParOf" srcId="{DB98A575-B6A8-4F37-8C6E-32CDDF52A8BA}" destId="{9DACD242-9A70-4BAE-8C50-D91174229274}" srcOrd="9" destOrd="0" presId="urn:microsoft.com/office/officeart/2018/2/layout/IconVerticalSolidList"/>
    <dgm:cxn modelId="{CB3E1D19-77BE-48B2-B77D-CC3866E61C30}" type="presParOf" srcId="{DB98A575-B6A8-4F37-8C6E-32CDDF52A8BA}" destId="{1635F6B1-D063-4D76-9DAE-E545FBDCC92A}" srcOrd="10" destOrd="0" presId="urn:microsoft.com/office/officeart/2018/2/layout/IconVerticalSolidList"/>
    <dgm:cxn modelId="{9848ED50-75F6-46ED-B77A-3DE5A58D4B1D}" type="presParOf" srcId="{1635F6B1-D063-4D76-9DAE-E545FBDCC92A}" destId="{7493FD91-3ACF-4660-B12D-2DB31C8A5619}" srcOrd="0" destOrd="0" presId="urn:microsoft.com/office/officeart/2018/2/layout/IconVerticalSolidList"/>
    <dgm:cxn modelId="{0D9E823E-5496-41A3-8029-14C64BA8EC5A}" type="presParOf" srcId="{1635F6B1-D063-4D76-9DAE-E545FBDCC92A}" destId="{98009756-4267-4C43-B7E7-2312A43C52C0}" srcOrd="1" destOrd="0" presId="urn:microsoft.com/office/officeart/2018/2/layout/IconVerticalSolidList"/>
    <dgm:cxn modelId="{BDE4ECC3-1B6C-4A34-83B2-9A01EDF228FA}" type="presParOf" srcId="{1635F6B1-D063-4D76-9DAE-E545FBDCC92A}" destId="{59DA5DDB-B218-4515-A1E6-87D78BA3A02E}" srcOrd="2" destOrd="0" presId="urn:microsoft.com/office/officeart/2018/2/layout/IconVerticalSolidList"/>
    <dgm:cxn modelId="{532B181B-0FDE-4E28-9C3C-9B8E93A1204D}" type="presParOf" srcId="{1635F6B1-D063-4D76-9DAE-E545FBDCC92A}" destId="{103C553F-914B-4E9E-8D7C-3DE8FE71413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95F6F8-EDF1-475C-B1D5-4D5E4ED56D66}">
      <dsp:nvSpPr>
        <dsp:cNvPr id="0" name=""/>
        <dsp:cNvSpPr/>
      </dsp:nvSpPr>
      <dsp:spPr>
        <a:xfrm>
          <a:off x="0" y="479550"/>
          <a:ext cx="6900512" cy="22510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/>
            <a:t>Disciplina: Avaliação e Desempenho de Sistemas Computacionais</a:t>
          </a:r>
          <a:br>
            <a:rPr lang="pt-BR" sz="2600" kern="1200"/>
          </a:br>
          <a:r>
            <a:rPr lang="pt-BR" sz="2600" kern="1200"/>
            <a:t>Professor: </a:t>
          </a:r>
          <a:r>
            <a:rPr lang="pt-BR" sz="2600" b="1" kern="1200"/>
            <a:t>Elionai Magalhães</a:t>
          </a:r>
          <a:br>
            <a:rPr lang="pt-BR" sz="2600" kern="1200"/>
          </a:br>
          <a:r>
            <a:rPr lang="pt-BR" sz="2600" kern="1200"/>
            <a:t>Base: Gonçalves &amp; Macambira (2017) e referências atuais</a:t>
          </a:r>
          <a:endParaRPr lang="en-US" sz="2600" kern="1200"/>
        </a:p>
      </dsp:txBody>
      <dsp:txXfrm>
        <a:off x="109889" y="589439"/>
        <a:ext cx="6680734" cy="2031302"/>
      </dsp:txXfrm>
    </dsp:sp>
    <dsp:sp modelId="{EF557775-ACAD-4298-A4B2-ECA33C1B01BF}">
      <dsp:nvSpPr>
        <dsp:cNvPr id="0" name=""/>
        <dsp:cNvSpPr/>
      </dsp:nvSpPr>
      <dsp:spPr>
        <a:xfrm>
          <a:off x="0" y="2805510"/>
          <a:ext cx="6900512" cy="22510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1" kern="1200"/>
            <a:t>Objetivo de Estudo:</a:t>
          </a:r>
          <a:br>
            <a:rPr lang="pt-BR" sz="2600" kern="1200"/>
          </a:br>
          <a:r>
            <a:rPr lang="pt-BR" sz="2600" kern="1200"/>
            <a:t>Compreender os princípios do planejamento experimental e da coleta de dados para garantir análises de desempenho </a:t>
          </a:r>
          <a:r>
            <a:rPr lang="pt-BR" sz="2600" b="1" kern="1200"/>
            <a:t>válidas, confiáveis e reprodutíveis</a:t>
          </a:r>
          <a:r>
            <a:rPr lang="pt-BR" sz="2600" kern="1200"/>
            <a:t>.</a:t>
          </a:r>
          <a:endParaRPr lang="en-US" sz="2600" kern="1200"/>
        </a:p>
      </dsp:txBody>
      <dsp:txXfrm>
        <a:off x="109889" y="2915399"/>
        <a:ext cx="6680734" cy="2031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01F97E-9D03-48A8-9286-4DB7778BF21B}">
      <dsp:nvSpPr>
        <dsp:cNvPr id="0" name=""/>
        <dsp:cNvSpPr/>
      </dsp:nvSpPr>
      <dsp:spPr>
        <a:xfrm>
          <a:off x="0" y="2297"/>
          <a:ext cx="6900512" cy="11645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9E64B4-A328-4F85-837D-9FD0844E88E5}">
      <dsp:nvSpPr>
        <dsp:cNvPr id="0" name=""/>
        <dsp:cNvSpPr/>
      </dsp:nvSpPr>
      <dsp:spPr>
        <a:xfrm>
          <a:off x="352272" y="264318"/>
          <a:ext cx="640494" cy="6404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DA734-5772-4AA7-A7CA-D1D0E7298808}">
      <dsp:nvSpPr>
        <dsp:cNvPr id="0" name=""/>
        <dsp:cNvSpPr/>
      </dsp:nvSpPr>
      <dsp:spPr>
        <a:xfrm>
          <a:off x="1345038" y="229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 baseline="0"/>
            <a:t>O planejamento é essencial para garantir </a:t>
          </a:r>
          <a:r>
            <a:rPr lang="pt-BR" sz="2100" b="1" i="0" kern="1200" baseline="0"/>
            <a:t>organização e validade</a:t>
          </a:r>
          <a:r>
            <a:rPr lang="pt-BR" sz="2100" b="0" i="0" kern="1200" baseline="0"/>
            <a:t> dos resultados.</a:t>
          </a:r>
          <a:endParaRPr lang="en-US" sz="2100" kern="1200"/>
        </a:p>
      </dsp:txBody>
      <dsp:txXfrm>
        <a:off x="1345038" y="2297"/>
        <a:ext cx="5555473" cy="1164535"/>
      </dsp:txXfrm>
    </dsp:sp>
    <dsp:sp modelId="{5B82ADB3-C2E8-47BE-905A-76FEE29A3A0F}">
      <dsp:nvSpPr>
        <dsp:cNvPr id="0" name=""/>
        <dsp:cNvSpPr/>
      </dsp:nvSpPr>
      <dsp:spPr>
        <a:xfrm>
          <a:off x="0" y="1457967"/>
          <a:ext cx="6900512" cy="11645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12BFD1-40DE-4782-A995-DD428DC8873A}">
      <dsp:nvSpPr>
        <dsp:cNvPr id="0" name=""/>
        <dsp:cNvSpPr/>
      </dsp:nvSpPr>
      <dsp:spPr>
        <a:xfrm>
          <a:off x="352272" y="1719988"/>
          <a:ext cx="640494" cy="6404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8D80F-21D3-43C5-BBC2-9168514FC1ED}">
      <dsp:nvSpPr>
        <dsp:cNvPr id="0" name=""/>
        <dsp:cNvSpPr/>
      </dsp:nvSpPr>
      <dsp:spPr>
        <a:xfrm>
          <a:off x="1345038" y="145796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 baseline="0"/>
            <a:t>Pode ser feito de forma simples (papel, caneta e ideias bem delineadas).</a:t>
          </a:r>
          <a:endParaRPr lang="en-US" sz="2100" kern="1200"/>
        </a:p>
      </dsp:txBody>
      <dsp:txXfrm>
        <a:off x="1345038" y="1457967"/>
        <a:ext cx="5555473" cy="1164535"/>
      </dsp:txXfrm>
    </dsp:sp>
    <dsp:sp modelId="{8538B1AC-B987-43A9-B19F-E31A406E860D}">
      <dsp:nvSpPr>
        <dsp:cNvPr id="0" name=""/>
        <dsp:cNvSpPr/>
      </dsp:nvSpPr>
      <dsp:spPr>
        <a:xfrm>
          <a:off x="0" y="2913637"/>
          <a:ext cx="6900512" cy="11645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E03534-F890-470D-9698-A69F2AFB044A}">
      <dsp:nvSpPr>
        <dsp:cNvPr id="0" name=""/>
        <dsp:cNvSpPr/>
      </dsp:nvSpPr>
      <dsp:spPr>
        <a:xfrm>
          <a:off x="352272" y="3175658"/>
          <a:ext cx="640494" cy="6404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3AEA6-62D0-4AD0-980D-F39819F39547}">
      <dsp:nvSpPr>
        <dsp:cNvPr id="0" name=""/>
        <dsp:cNvSpPr/>
      </dsp:nvSpPr>
      <dsp:spPr>
        <a:xfrm>
          <a:off x="1345038" y="291363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 baseline="0"/>
            <a:t>Envolve segmentar o processo em </a:t>
          </a:r>
          <a:r>
            <a:rPr lang="pt-BR" sz="2100" b="1" i="0" kern="1200" baseline="0"/>
            <a:t>etapas claras</a:t>
          </a:r>
          <a:r>
            <a:rPr lang="pt-BR" sz="2100" b="0" i="0" kern="1200" baseline="0"/>
            <a:t>, o que facilita documentação e execução.</a:t>
          </a:r>
          <a:endParaRPr lang="en-US" sz="2100" kern="1200"/>
        </a:p>
      </dsp:txBody>
      <dsp:txXfrm>
        <a:off x="1345038" y="2913637"/>
        <a:ext cx="5555473" cy="1164535"/>
      </dsp:txXfrm>
    </dsp:sp>
    <dsp:sp modelId="{B43BF31F-E66E-47A9-9123-79273EB31F4C}">
      <dsp:nvSpPr>
        <dsp:cNvPr id="0" name=""/>
        <dsp:cNvSpPr/>
      </dsp:nvSpPr>
      <dsp:spPr>
        <a:xfrm>
          <a:off x="0" y="4369307"/>
          <a:ext cx="6900512" cy="11645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3C9486-BB35-402A-8192-2D424758200D}">
      <dsp:nvSpPr>
        <dsp:cNvPr id="0" name=""/>
        <dsp:cNvSpPr/>
      </dsp:nvSpPr>
      <dsp:spPr>
        <a:xfrm>
          <a:off x="352272" y="4631327"/>
          <a:ext cx="640494" cy="6404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ABD35C-E934-446B-AD54-E9F27902466F}">
      <dsp:nvSpPr>
        <dsp:cNvPr id="0" name=""/>
        <dsp:cNvSpPr/>
      </dsp:nvSpPr>
      <dsp:spPr>
        <a:xfrm>
          <a:off x="1345038" y="436930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 baseline="0"/>
            <a:t>Ajuda a prever </a:t>
          </a:r>
          <a:r>
            <a:rPr lang="pt-BR" sz="2100" b="1" i="0" kern="1200" baseline="0"/>
            <a:t>adversidades</a:t>
          </a:r>
          <a:r>
            <a:rPr lang="pt-BR" sz="2100" b="0" i="0" kern="1200" baseline="0"/>
            <a:t> e organizar cenários antes da execução.</a:t>
          </a:r>
          <a:endParaRPr lang="en-US" sz="2100" kern="1200"/>
        </a:p>
      </dsp:txBody>
      <dsp:txXfrm>
        <a:off x="1345038" y="4369307"/>
        <a:ext cx="5555473" cy="11645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9DC5A-F255-4BB3-9E36-D10AA12ADBF6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2D122-54B4-45C5-B20C-9FA5963DB8AE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/>
            <a:t>Definir os nós</a:t>
          </a:r>
          <a:r>
            <a:rPr lang="pt-BR" sz="2300" kern="1200"/>
            <a:t>: escolher dispositivos, servidores, clientes ou roteadores envolvidos.</a:t>
          </a:r>
          <a:endParaRPr lang="en-US" sz="2300" kern="1200"/>
        </a:p>
      </dsp:txBody>
      <dsp:txXfrm>
        <a:off x="0" y="675"/>
        <a:ext cx="6900512" cy="1106957"/>
      </dsp:txXfrm>
    </dsp:sp>
    <dsp:sp modelId="{6C7A1E4A-4764-4F5D-B43F-51846F0E2360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DEB7C5-0F17-44BE-BF22-DC33417147A8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/>
            <a:t>Configurar os enlaces</a:t>
          </a:r>
          <a:r>
            <a:rPr lang="pt-BR" sz="2300" kern="1200"/>
            <a:t>: especificar largura de banda, atraso, perdas e protocolos usados.</a:t>
          </a:r>
          <a:endParaRPr lang="en-US" sz="2300" kern="1200"/>
        </a:p>
      </dsp:txBody>
      <dsp:txXfrm>
        <a:off x="0" y="1107633"/>
        <a:ext cx="6900512" cy="1106957"/>
      </dsp:txXfrm>
    </dsp:sp>
    <dsp:sp modelId="{4AC2B0C4-1677-4604-9878-841B1CFC9251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F88D70-7DC3-4439-BE77-BDCDE0A31F5D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/>
            <a:t>Caracterizar o tráfego</a:t>
          </a:r>
          <a:r>
            <a:rPr lang="pt-BR" sz="2300" kern="1200"/>
            <a:t>: determinar padrões de carga, como picos de acesso ou fluxo contínuo.</a:t>
          </a:r>
          <a:endParaRPr lang="en-US" sz="2300" kern="1200"/>
        </a:p>
      </dsp:txBody>
      <dsp:txXfrm>
        <a:off x="0" y="2214591"/>
        <a:ext cx="6900512" cy="1106957"/>
      </dsp:txXfrm>
    </dsp:sp>
    <dsp:sp modelId="{C4AD6CE7-0255-475E-B0A2-7FEB14F6792C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3FA494-49CE-4F1F-9AC3-9260B71484F4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/>
            <a:t>Organizar o escalonamento</a:t>
          </a:r>
          <a:r>
            <a:rPr lang="pt-BR" sz="2300" kern="1200"/>
            <a:t>: definir ordem e tempo de execução dos eventos.</a:t>
          </a:r>
          <a:endParaRPr lang="en-US" sz="2300" kern="1200"/>
        </a:p>
      </dsp:txBody>
      <dsp:txXfrm>
        <a:off x="0" y="3321549"/>
        <a:ext cx="6900512" cy="1106957"/>
      </dsp:txXfrm>
    </dsp:sp>
    <dsp:sp modelId="{14E417E9-B1DB-4815-BCE5-BA6B7D319C44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B69E8-887D-4E26-B572-6CDA43EE7248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kern="1200"/>
            <a:t>Planejar adversidades</a:t>
          </a:r>
          <a:r>
            <a:rPr lang="pt-BR" sz="2300" kern="1200"/>
            <a:t>: prever falhas, interrupções ou sobrecargas para avaliar resiliência.</a:t>
          </a:r>
          <a:endParaRPr lang="en-US" sz="2300" kern="1200"/>
        </a:p>
      </dsp:txBody>
      <dsp:txXfrm>
        <a:off x="0" y="4428507"/>
        <a:ext cx="6900512" cy="11069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3088CB-8BB1-4477-BB50-6F0D9F1558F2}">
      <dsp:nvSpPr>
        <dsp:cNvPr id="0" name=""/>
        <dsp:cNvSpPr/>
      </dsp:nvSpPr>
      <dsp:spPr>
        <a:xfrm>
          <a:off x="465929" y="716346"/>
          <a:ext cx="2486938" cy="12434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 baseline="0"/>
            <a:t>Enlaces</a:t>
          </a:r>
          <a:r>
            <a:rPr lang="pt-BR" sz="1800" b="0" i="0" kern="1200" baseline="0"/>
            <a:t> definem como os nós estão interconectados.</a:t>
          </a:r>
          <a:endParaRPr lang="en-US" sz="1800" kern="1200"/>
        </a:p>
      </dsp:txBody>
      <dsp:txXfrm>
        <a:off x="502349" y="752766"/>
        <a:ext cx="2414098" cy="1170629"/>
      </dsp:txXfrm>
    </dsp:sp>
    <dsp:sp modelId="{DF620678-8528-4CF5-B552-FE1F24DDDEB8}">
      <dsp:nvSpPr>
        <dsp:cNvPr id="0" name=""/>
        <dsp:cNvSpPr/>
      </dsp:nvSpPr>
      <dsp:spPr>
        <a:xfrm>
          <a:off x="465929" y="2146335"/>
          <a:ext cx="2486938" cy="12434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baseline="0"/>
            <a:t>Parâmetros principais:</a:t>
          </a:r>
          <a:endParaRPr lang="en-US" sz="1800" kern="1200"/>
        </a:p>
      </dsp:txBody>
      <dsp:txXfrm>
        <a:off x="502349" y="2182755"/>
        <a:ext cx="2414098" cy="1170629"/>
      </dsp:txXfrm>
    </dsp:sp>
    <dsp:sp modelId="{A41BEF8B-2B75-45C0-9968-0A87109BB8E7}">
      <dsp:nvSpPr>
        <dsp:cNvPr id="0" name=""/>
        <dsp:cNvSpPr/>
      </dsp:nvSpPr>
      <dsp:spPr>
        <a:xfrm rot="17692822">
          <a:off x="2268040" y="1675363"/>
          <a:ext cx="236443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2364431" y="2021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3391145" y="1636467"/>
        <a:ext cx="118221" cy="118221"/>
      </dsp:txXfrm>
    </dsp:sp>
    <dsp:sp modelId="{245E0A6C-69B1-417A-9EC5-4853E1FF1D78}">
      <dsp:nvSpPr>
        <dsp:cNvPr id="0" name=""/>
        <dsp:cNvSpPr/>
      </dsp:nvSpPr>
      <dsp:spPr>
        <a:xfrm>
          <a:off x="3947643" y="1351"/>
          <a:ext cx="2486938" cy="12434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 baseline="0"/>
            <a:t>Largura de banda</a:t>
          </a:r>
          <a:r>
            <a:rPr lang="pt-BR" sz="1800" b="0" i="0" kern="1200" baseline="0"/>
            <a:t>: capacidade máxima de transmissão (ex.: 100 Mbps, 1 Gbps).</a:t>
          </a:r>
          <a:endParaRPr lang="en-US" sz="1800" kern="1200"/>
        </a:p>
      </dsp:txBody>
      <dsp:txXfrm>
        <a:off x="3984063" y="37771"/>
        <a:ext cx="2414098" cy="1170629"/>
      </dsp:txXfrm>
    </dsp:sp>
    <dsp:sp modelId="{3C771D41-CE2F-4EEC-A2BE-6A82FBFDBAED}">
      <dsp:nvSpPr>
        <dsp:cNvPr id="0" name=""/>
        <dsp:cNvSpPr/>
      </dsp:nvSpPr>
      <dsp:spPr>
        <a:xfrm rot="19457599">
          <a:off x="2837721" y="2390358"/>
          <a:ext cx="122506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225069" y="2021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19629" y="2379946"/>
        <a:ext cx="61253" cy="61253"/>
      </dsp:txXfrm>
    </dsp:sp>
    <dsp:sp modelId="{DE0AF196-36DC-4528-9C35-F433D551A667}">
      <dsp:nvSpPr>
        <dsp:cNvPr id="0" name=""/>
        <dsp:cNvSpPr/>
      </dsp:nvSpPr>
      <dsp:spPr>
        <a:xfrm>
          <a:off x="3947643" y="1431341"/>
          <a:ext cx="2486938" cy="12434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 baseline="0"/>
            <a:t>Atraso (delay)</a:t>
          </a:r>
          <a:r>
            <a:rPr lang="pt-BR" sz="1800" b="0" i="0" kern="1200" baseline="0"/>
            <a:t>: tempo para um pacote percorrer o enlace.</a:t>
          </a:r>
          <a:endParaRPr lang="en-US" sz="1800" kern="1200"/>
        </a:p>
      </dsp:txBody>
      <dsp:txXfrm>
        <a:off x="3984063" y="1467761"/>
        <a:ext cx="2414098" cy="1170629"/>
      </dsp:txXfrm>
    </dsp:sp>
    <dsp:sp modelId="{0405A926-1816-4469-A341-34D4900F3ACC}">
      <dsp:nvSpPr>
        <dsp:cNvPr id="0" name=""/>
        <dsp:cNvSpPr/>
      </dsp:nvSpPr>
      <dsp:spPr>
        <a:xfrm rot="2142401">
          <a:off x="2837721" y="3105353"/>
          <a:ext cx="122506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225069" y="2021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19629" y="3094941"/>
        <a:ext cx="61253" cy="61253"/>
      </dsp:txXfrm>
    </dsp:sp>
    <dsp:sp modelId="{CAA3F211-D8D8-49B5-8D74-D2CAE2DCAE41}">
      <dsp:nvSpPr>
        <dsp:cNvPr id="0" name=""/>
        <dsp:cNvSpPr/>
      </dsp:nvSpPr>
      <dsp:spPr>
        <a:xfrm>
          <a:off x="3947643" y="2861330"/>
          <a:ext cx="2486938" cy="12434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 baseline="0"/>
            <a:t>Taxa de perda</a:t>
          </a:r>
          <a:r>
            <a:rPr lang="pt-BR" sz="1800" b="0" i="0" kern="1200" baseline="0"/>
            <a:t>: percentual de pacotes descartados.</a:t>
          </a:r>
          <a:endParaRPr lang="en-US" sz="1800" kern="1200"/>
        </a:p>
      </dsp:txBody>
      <dsp:txXfrm>
        <a:off x="3984063" y="2897750"/>
        <a:ext cx="2414098" cy="1170629"/>
      </dsp:txXfrm>
    </dsp:sp>
    <dsp:sp modelId="{313A6C7F-093E-4355-94FA-B6A4A2C6094D}">
      <dsp:nvSpPr>
        <dsp:cNvPr id="0" name=""/>
        <dsp:cNvSpPr/>
      </dsp:nvSpPr>
      <dsp:spPr>
        <a:xfrm rot="3907178">
          <a:off x="2268040" y="3820347"/>
          <a:ext cx="236443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2364431" y="2021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3391145" y="3781451"/>
        <a:ext cx="118221" cy="118221"/>
      </dsp:txXfrm>
    </dsp:sp>
    <dsp:sp modelId="{8C4790EA-561F-48D7-BFBA-0B24CE658C59}">
      <dsp:nvSpPr>
        <dsp:cNvPr id="0" name=""/>
        <dsp:cNvSpPr/>
      </dsp:nvSpPr>
      <dsp:spPr>
        <a:xfrm>
          <a:off x="3947643" y="4291320"/>
          <a:ext cx="2486938" cy="12434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 baseline="0"/>
            <a:t>Protocolos</a:t>
          </a:r>
          <a:r>
            <a:rPr lang="pt-BR" sz="1800" b="0" i="0" kern="1200" baseline="0"/>
            <a:t>: escolha do protocolo de enlace ou transporte (TCP, UDP).</a:t>
          </a:r>
          <a:endParaRPr lang="en-US" sz="1800" kern="1200"/>
        </a:p>
      </dsp:txBody>
      <dsp:txXfrm>
        <a:off x="3984063" y="4327740"/>
        <a:ext cx="2414098" cy="1170629"/>
      </dsp:txXfrm>
    </dsp:sp>
    <dsp:sp modelId="{3126AD3A-B83B-4A33-B0AA-E1B0B2902797}">
      <dsp:nvSpPr>
        <dsp:cNvPr id="0" name=""/>
        <dsp:cNvSpPr/>
      </dsp:nvSpPr>
      <dsp:spPr>
        <a:xfrm>
          <a:off x="465929" y="3576325"/>
          <a:ext cx="2486938" cy="12434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baseline="0"/>
            <a:t>Exemplo: simular atraso de 50 ms entre cliente e servidor para reproduzir tráfego intercontinental.</a:t>
          </a:r>
          <a:endParaRPr lang="en-US" sz="1800" kern="1200"/>
        </a:p>
      </dsp:txBody>
      <dsp:txXfrm>
        <a:off x="502349" y="3612745"/>
        <a:ext cx="2414098" cy="11706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6CE1E-CB9B-4FD0-89FD-3B2B057A9B07}">
      <dsp:nvSpPr>
        <dsp:cNvPr id="0" name=""/>
        <dsp:cNvSpPr/>
      </dsp:nvSpPr>
      <dsp:spPr>
        <a:xfrm>
          <a:off x="0" y="2297"/>
          <a:ext cx="6900512" cy="11645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D9BF60-96DD-4CFF-9895-A109385F9E20}">
      <dsp:nvSpPr>
        <dsp:cNvPr id="0" name=""/>
        <dsp:cNvSpPr/>
      </dsp:nvSpPr>
      <dsp:spPr>
        <a:xfrm>
          <a:off x="352272" y="264318"/>
          <a:ext cx="640494" cy="6404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2E430-B6A1-46D8-B779-3E018F8B85B8}">
      <dsp:nvSpPr>
        <dsp:cNvPr id="0" name=""/>
        <dsp:cNvSpPr/>
      </dsp:nvSpPr>
      <dsp:spPr>
        <a:xfrm>
          <a:off x="1345038" y="229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 baseline="0"/>
            <a:t>O </a:t>
          </a:r>
          <a:r>
            <a:rPr lang="pt-BR" sz="2100" b="1" i="0" kern="1200" baseline="0"/>
            <a:t>escalonamento</a:t>
          </a:r>
          <a:r>
            <a:rPr lang="pt-BR" sz="2100" b="0" i="0" kern="1200" baseline="0"/>
            <a:t> organiza a </a:t>
          </a:r>
          <a:r>
            <a:rPr lang="pt-BR" sz="2100" b="1" i="0" kern="1200" baseline="0"/>
            <a:t>ordem e o tempo</a:t>
          </a:r>
          <a:r>
            <a:rPr lang="pt-BR" sz="2100" b="0" i="0" kern="1200" baseline="0"/>
            <a:t> das ações no experimento.</a:t>
          </a:r>
          <a:endParaRPr lang="en-US" sz="2100" kern="1200"/>
        </a:p>
      </dsp:txBody>
      <dsp:txXfrm>
        <a:off x="1345038" y="2297"/>
        <a:ext cx="5555473" cy="1164535"/>
      </dsp:txXfrm>
    </dsp:sp>
    <dsp:sp modelId="{D65CF6CA-D356-4592-A169-AC2EB7010834}">
      <dsp:nvSpPr>
        <dsp:cNvPr id="0" name=""/>
        <dsp:cNvSpPr/>
      </dsp:nvSpPr>
      <dsp:spPr>
        <a:xfrm>
          <a:off x="0" y="1457967"/>
          <a:ext cx="6900512" cy="11645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967C9B-C460-4A42-A76B-2D8AAE6C6741}">
      <dsp:nvSpPr>
        <dsp:cNvPr id="0" name=""/>
        <dsp:cNvSpPr/>
      </dsp:nvSpPr>
      <dsp:spPr>
        <a:xfrm>
          <a:off x="352272" y="1719988"/>
          <a:ext cx="640494" cy="6404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028BBF-5614-4A32-B18E-1B8C0C8CB688}">
      <dsp:nvSpPr>
        <dsp:cNvPr id="0" name=""/>
        <dsp:cNvSpPr/>
      </dsp:nvSpPr>
      <dsp:spPr>
        <a:xfrm>
          <a:off x="1345038" y="1457967"/>
          <a:ext cx="3105230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 baseline="0"/>
            <a:t>Permite controlar </a:t>
          </a:r>
          <a:r>
            <a:rPr lang="pt-BR" sz="2100" b="1" i="0" kern="1200" baseline="0"/>
            <a:t>quando</a:t>
          </a:r>
          <a:r>
            <a:rPr lang="pt-BR" sz="2100" b="0" i="0" kern="1200" baseline="0"/>
            <a:t> e </a:t>
          </a:r>
          <a:r>
            <a:rPr lang="pt-BR" sz="2100" b="1" i="0" kern="1200" baseline="0"/>
            <a:t>como</a:t>
          </a:r>
          <a:r>
            <a:rPr lang="pt-BR" sz="2100" b="0" i="0" kern="1200" baseline="0"/>
            <a:t> cada evento ocorre:</a:t>
          </a:r>
          <a:endParaRPr lang="en-US" sz="2100" kern="1200"/>
        </a:p>
      </dsp:txBody>
      <dsp:txXfrm>
        <a:off x="1345038" y="1457967"/>
        <a:ext cx="3105230" cy="1164535"/>
      </dsp:txXfrm>
    </dsp:sp>
    <dsp:sp modelId="{F01DEEF7-0103-4E14-9A86-7B88BB8F8824}">
      <dsp:nvSpPr>
        <dsp:cNvPr id="0" name=""/>
        <dsp:cNvSpPr/>
      </dsp:nvSpPr>
      <dsp:spPr>
        <a:xfrm>
          <a:off x="4450269" y="1457967"/>
          <a:ext cx="2450242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0" i="0" kern="1200" baseline="0"/>
            <a:t>Início e fim de conexões.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0" i="0" kern="1200" baseline="0"/>
            <a:t>Sequência de transmissões.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0" i="0" kern="1200" baseline="0"/>
            <a:t>Sobrecargas planejadas.</a:t>
          </a:r>
          <a:endParaRPr lang="en-US" sz="1300" kern="1200"/>
        </a:p>
      </dsp:txBody>
      <dsp:txXfrm>
        <a:off x="4450269" y="1457967"/>
        <a:ext cx="2450242" cy="1164535"/>
      </dsp:txXfrm>
    </dsp:sp>
    <dsp:sp modelId="{7AC89D34-0241-4613-BA31-8296494FAB4E}">
      <dsp:nvSpPr>
        <dsp:cNvPr id="0" name=""/>
        <dsp:cNvSpPr/>
      </dsp:nvSpPr>
      <dsp:spPr>
        <a:xfrm>
          <a:off x="0" y="2913637"/>
          <a:ext cx="6900512" cy="11645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A80A4C-730E-4AB5-B546-513CD96B8900}">
      <dsp:nvSpPr>
        <dsp:cNvPr id="0" name=""/>
        <dsp:cNvSpPr/>
      </dsp:nvSpPr>
      <dsp:spPr>
        <a:xfrm>
          <a:off x="352272" y="3175658"/>
          <a:ext cx="640494" cy="6404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1C62E-CA1D-44C2-8EB2-EDC248E13485}">
      <dsp:nvSpPr>
        <dsp:cNvPr id="0" name=""/>
        <dsp:cNvSpPr/>
      </dsp:nvSpPr>
      <dsp:spPr>
        <a:xfrm>
          <a:off x="1345038" y="2913637"/>
          <a:ext cx="3105230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 baseline="0"/>
            <a:t>Ajuda a simular cenários realistas, como:</a:t>
          </a:r>
          <a:endParaRPr lang="en-US" sz="2100" kern="1200"/>
        </a:p>
      </dsp:txBody>
      <dsp:txXfrm>
        <a:off x="1345038" y="2913637"/>
        <a:ext cx="3105230" cy="1164535"/>
      </dsp:txXfrm>
    </dsp:sp>
    <dsp:sp modelId="{40EA456F-0F8E-4A16-9473-B9A8A7EDFB70}">
      <dsp:nvSpPr>
        <dsp:cNvPr id="0" name=""/>
        <dsp:cNvSpPr/>
      </dsp:nvSpPr>
      <dsp:spPr>
        <a:xfrm>
          <a:off x="4450269" y="2913637"/>
          <a:ext cx="2450242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0" i="0" kern="1200" baseline="0"/>
            <a:t>Picos de tráfego em horários específicos.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0" i="0" kern="1200" baseline="0"/>
            <a:t>Crescimento gradual de usuários.</a:t>
          </a:r>
          <a:endParaRPr lang="en-US" sz="1300" kern="1200"/>
        </a:p>
      </dsp:txBody>
      <dsp:txXfrm>
        <a:off x="4450269" y="2913637"/>
        <a:ext cx="2450242" cy="1164535"/>
      </dsp:txXfrm>
    </dsp:sp>
    <dsp:sp modelId="{2C4E8C8D-4A4A-4726-8784-6F6AC93F31CC}">
      <dsp:nvSpPr>
        <dsp:cNvPr id="0" name=""/>
        <dsp:cNvSpPr/>
      </dsp:nvSpPr>
      <dsp:spPr>
        <a:xfrm>
          <a:off x="0" y="4369307"/>
          <a:ext cx="6900512" cy="11645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EDFEF-CEF0-42A8-9F27-00732786C46B}">
      <dsp:nvSpPr>
        <dsp:cNvPr id="0" name=""/>
        <dsp:cNvSpPr/>
      </dsp:nvSpPr>
      <dsp:spPr>
        <a:xfrm>
          <a:off x="352272" y="4631327"/>
          <a:ext cx="640494" cy="6404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50035-B71E-445F-9CE8-AE45F80A0D39}">
      <dsp:nvSpPr>
        <dsp:cNvPr id="0" name=""/>
        <dsp:cNvSpPr/>
      </dsp:nvSpPr>
      <dsp:spPr>
        <a:xfrm>
          <a:off x="1345038" y="436930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0" i="0" kern="1200" baseline="0"/>
            <a:t>Exemplo: 100 clientes entram na rede entre 10h e 10h15, simulando pico de acessos a um site após uma promoção.</a:t>
          </a:r>
          <a:endParaRPr lang="en-US" sz="2100" kern="1200"/>
        </a:p>
      </dsp:txBody>
      <dsp:txXfrm>
        <a:off x="1345038" y="4369307"/>
        <a:ext cx="5555473" cy="11645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84F300-F204-4128-B911-3B53CE3A5548}">
      <dsp:nvSpPr>
        <dsp:cNvPr id="0" name=""/>
        <dsp:cNvSpPr/>
      </dsp:nvSpPr>
      <dsp:spPr>
        <a:xfrm>
          <a:off x="0" y="480"/>
          <a:ext cx="6900512" cy="9149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1" i="0" kern="1200" baseline="0"/>
            <a:t>Objetivo</a:t>
          </a:r>
          <a:r>
            <a:rPr lang="pt-BR" sz="2300" b="0" i="0" kern="1200" baseline="0"/>
            <a:t>: registrar informações de forma organizada para posterior análise.</a:t>
          </a:r>
          <a:endParaRPr lang="en-US" sz="2300" kern="1200"/>
        </a:p>
      </dsp:txBody>
      <dsp:txXfrm>
        <a:off x="44664" y="45144"/>
        <a:ext cx="6811184" cy="825612"/>
      </dsp:txXfrm>
    </dsp:sp>
    <dsp:sp modelId="{8585CEFD-7E5D-491C-A65C-3A0C2D3F8E0F}">
      <dsp:nvSpPr>
        <dsp:cNvPr id="0" name=""/>
        <dsp:cNvSpPr/>
      </dsp:nvSpPr>
      <dsp:spPr>
        <a:xfrm>
          <a:off x="0" y="981660"/>
          <a:ext cx="6900512" cy="91494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0" i="0" kern="1200" baseline="0"/>
            <a:t>Etapas principais:</a:t>
          </a:r>
          <a:endParaRPr lang="en-US" sz="2300" kern="1200"/>
        </a:p>
      </dsp:txBody>
      <dsp:txXfrm>
        <a:off x="44664" y="1026324"/>
        <a:ext cx="6811184" cy="825612"/>
      </dsp:txXfrm>
    </dsp:sp>
    <dsp:sp modelId="{62B5082A-1599-4E65-9092-B1F45FFB3593}">
      <dsp:nvSpPr>
        <dsp:cNvPr id="0" name=""/>
        <dsp:cNvSpPr/>
      </dsp:nvSpPr>
      <dsp:spPr>
        <a:xfrm>
          <a:off x="0" y="1896600"/>
          <a:ext cx="6900512" cy="1190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b="0" i="0" kern="1200" baseline="0"/>
            <a:t>Definir quais </a:t>
          </a:r>
          <a:r>
            <a:rPr lang="pt-BR" sz="1800" b="1" i="0" kern="1200" baseline="0"/>
            <a:t>métricas</a:t>
          </a:r>
          <a:r>
            <a:rPr lang="pt-BR" sz="1800" b="0" i="0" kern="1200" baseline="0"/>
            <a:t> serão coletadas (ex.: tempo de resposta, throughput, jitter).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b="0" i="0" kern="1200" baseline="0"/>
            <a:t>Utilizar ferramentas de monitoramento confiáveis.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b="0" i="0" kern="1200" baseline="0"/>
            <a:t>Garantir </a:t>
          </a:r>
          <a:r>
            <a:rPr lang="pt-BR" sz="1800" b="1" i="0" kern="1200" baseline="0"/>
            <a:t>consistência</a:t>
          </a:r>
          <a:r>
            <a:rPr lang="pt-BR" sz="1800" b="0" i="0" kern="1200" baseline="0"/>
            <a:t> e </a:t>
          </a:r>
          <a:r>
            <a:rPr lang="pt-BR" sz="1800" b="1" i="0" kern="1200" baseline="0"/>
            <a:t>periodicidade</a:t>
          </a:r>
          <a:r>
            <a:rPr lang="pt-BR" sz="1800" b="0" i="0" kern="1200" baseline="0"/>
            <a:t> das medições.</a:t>
          </a:r>
          <a:endParaRPr lang="en-US" sz="1800" kern="1200"/>
        </a:p>
      </dsp:txBody>
      <dsp:txXfrm>
        <a:off x="0" y="1896600"/>
        <a:ext cx="6900512" cy="1190250"/>
      </dsp:txXfrm>
    </dsp:sp>
    <dsp:sp modelId="{FDAC38D7-95B2-4600-8746-0CB22FCA13FA}">
      <dsp:nvSpPr>
        <dsp:cNvPr id="0" name=""/>
        <dsp:cNvSpPr/>
      </dsp:nvSpPr>
      <dsp:spPr>
        <a:xfrm>
          <a:off x="0" y="3086850"/>
          <a:ext cx="6900512" cy="91494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0" i="0" kern="1200" baseline="0"/>
            <a:t>Boas práticas:</a:t>
          </a:r>
          <a:endParaRPr lang="en-US" sz="2300" kern="1200"/>
        </a:p>
      </dsp:txBody>
      <dsp:txXfrm>
        <a:off x="44664" y="3131514"/>
        <a:ext cx="6811184" cy="825612"/>
      </dsp:txXfrm>
    </dsp:sp>
    <dsp:sp modelId="{C399EF2F-F97B-4D34-9C5E-C42CD2F27C3F}">
      <dsp:nvSpPr>
        <dsp:cNvPr id="0" name=""/>
        <dsp:cNvSpPr/>
      </dsp:nvSpPr>
      <dsp:spPr>
        <a:xfrm>
          <a:off x="0" y="4001790"/>
          <a:ext cx="6900512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b="0" i="0" kern="1200" baseline="0"/>
            <a:t>Repetir medições para reduzir variabilidade.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b="0" i="0" kern="1200" baseline="0"/>
            <a:t>Documentar parâmetros de cada execução.</a:t>
          </a:r>
          <a:endParaRPr lang="en-US" sz="1800" kern="1200"/>
        </a:p>
      </dsp:txBody>
      <dsp:txXfrm>
        <a:off x="0" y="4001790"/>
        <a:ext cx="6900512" cy="618930"/>
      </dsp:txXfrm>
    </dsp:sp>
    <dsp:sp modelId="{8F9373A3-5159-4EF0-B086-9B56711F8F8B}">
      <dsp:nvSpPr>
        <dsp:cNvPr id="0" name=""/>
        <dsp:cNvSpPr/>
      </dsp:nvSpPr>
      <dsp:spPr>
        <a:xfrm>
          <a:off x="0" y="4620720"/>
          <a:ext cx="6900512" cy="9149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b="0" i="0" kern="1200" baseline="0"/>
            <a:t>Exemplo: uso de </a:t>
          </a:r>
          <a:r>
            <a:rPr lang="pt-BR" sz="2300" b="1" i="0" kern="1200" baseline="0"/>
            <a:t>Wireshark</a:t>
          </a:r>
          <a:r>
            <a:rPr lang="pt-BR" sz="2300" b="0" i="0" kern="1200" baseline="0"/>
            <a:t> para capturar pacotes e medir latência média entre cliente e servidor.</a:t>
          </a:r>
          <a:endParaRPr lang="en-US" sz="2300" kern="1200"/>
        </a:p>
      </dsp:txBody>
      <dsp:txXfrm>
        <a:off x="44664" y="4665384"/>
        <a:ext cx="6811184" cy="8256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6150D7-E1A6-4BB1-B51C-BB50AB6B6626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931F6-969C-4701-9CB1-BF5869AE2C9A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Wireshark</a:t>
          </a:r>
          <a:r>
            <a:rPr lang="pt-BR" sz="2500" kern="1200"/>
            <a:t> → captura e análise detalhada de pacotes.</a:t>
          </a:r>
          <a:endParaRPr lang="en-US" sz="2500" kern="1200"/>
        </a:p>
      </dsp:txBody>
      <dsp:txXfrm>
        <a:off x="0" y="2703"/>
        <a:ext cx="6900512" cy="921789"/>
      </dsp:txXfrm>
    </dsp:sp>
    <dsp:sp modelId="{C7E2B909-A8B2-4E89-AA53-6F78551B2058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410053-EEB9-4F72-9980-F6B8698CB3B8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IPERF</a:t>
          </a:r>
          <a:r>
            <a:rPr lang="pt-BR" sz="2500" kern="1200"/>
            <a:t> → mede largura de banda, jitter e perda de pacotes.</a:t>
          </a:r>
          <a:endParaRPr lang="en-US" sz="2500" kern="1200"/>
        </a:p>
      </dsp:txBody>
      <dsp:txXfrm>
        <a:off x="0" y="924492"/>
        <a:ext cx="6900512" cy="921789"/>
      </dsp:txXfrm>
    </dsp:sp>
    <dsp:sp modelId="{AF922101-5941-4DB3-9E24-006B80970AC5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F841D-755A-49A1-BA55-88AF28A0AA9D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JMeter</a:t>
          </a:r>
          <a:r>
            <a:rPr lang="pt-BR" sz="2500" kern="1200"/>
            <a:t> → simula múltiplos usuários e mede tempo de resposta.</a:t>
          </a:r>
          <a:endParaRPr lang="en-US" sz="2500" kern="1200"/>
        </a:p>
      </dsp:txBody>
      <dsp:txXfrm>
        <a:off x="0" y="1846281"/>
        <a:ext cx="6900512" cy="921789"/>
      </dsp:txXfrm>
    </dsp:sp>
    <dsp:sp modelId="{739DB518-ADEB-4264-9615-F7B005D64F04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699156-0572-4CAB-9485-3E6A0B981C30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Nagios / Zabbix</a:t>
          </a:r>
          <a:r>
            <a:rPr lang="pt-BR" sz="2500" kern="1200"/>
            <a:t> → monitoramento contínuo de rede e servidores.</a:t>
          </a:r>
          <a:endParaRPr lang="en-US" sz="2500" kern="1200"/>
        </a:p>
      </dsp:txBody>
      <dsp:txXfrm>
        <a:off x="0" y="2768070"/>
        <a:ext cx="6900512" cy="921789"/>
      </dsp:txXfrm>
    </dsp:sp>
    <dsp:sp modelId="{D59716B0-952A-4135-8602-021000680560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3389A-EA1A-477D-9900-60A812BDCA5D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/>
            <a:t>Prometheus + Grafana</a:t>
          </a:r>
          <a:r>
            <a:rPr lang="pt-BR" sz="2500" kern="1200"/>
            <a:t> → coleta e visualização em tempo real (tendência atual).</a:t>
          </a:r>
          <a:endParaRPr lang="en-US" sz="2500" kern="1200"/>
        </a:p>
      </dsp:txBody>
      <dsp:txXfrm>
        <a:off x="0" y="3689859"/>
        <a:ext cx="6900512" cy="921789"/>
      </dsp:txXfrm>
    </dsp:sp>
    <dsp:sp modelId="{8FCC90F3-9399-4AC5-9A86-492BAD08DF86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877C9-220B-44A3-B7C5-4AD1C3E0686F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/>
            <a:t>🔗 </a:t>
          </a:r>
          <a:r>
            <a:rPr lang="pt-BR" sz="2500" b="1" kern="1200"/>
            <a:t>Exemplo de vídeo:</a:t>
          </a:r>
          <a:r>
            <a:rPr lang="pt-BR" sz="2500" kern="1200"/>
            <a:t> </a:t>
          </a:r>
          <a:r>
            <a:rPr lang="pt-BR" sz="2500" kern="1200">
              <a:hlinkClick xmlns:r="http://schemas.openxmlformats.org/officeDocument/2006/relationships" r:id="rId1"/>
            </a:rPr>
            <a:t>Introdução ao Wireshark</a:t>
          </a:r>
          <a:endParaRPr lang="en-US" sz="2500" kern="1200"/>
        </a:p>
      </dsp:txBody>
      <dsp:txXfrm>
        <a:off x="0" y="4611648"/>
        <a:ext cx="6900512" cy="9217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0E4055-E490-462F-A0B0-9D4FA9B75F22}">
      <dsp:nvSpPr>
        <dsp:cNvPr id="0" name=""/>
        <dsp:cNvSpPr/>
      </dsp:nvSpPr>
      <dsp:spPr>
        <a:xfrm>
          <a:off x="0" y="136341"/>
          <a:ext cx="7575986" cy="121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/>
            <a:t>Objetivo:</a:t>
          </a:r>
          <a:r>
            <a:rPr lang="pt-BR" sz="1600" kern="1200"/>
            <a:t> facilitar a interpretação dos dados e comunicar achados de forma clara.</a:t>
          </a:r>
          <a:endParaRPr lang="en-US" sz="1600" kern="1200"/>
        </a:p>
      </dsp:txBody>
      <dsp:txXfrm>
        <a:off x="59399" y="195740"/>
        <a:ext cx="7457188" cy="1098002"/>
      </dsp:txXfrm>
    </dsp:sp>
    <dsp:sp modelId="{34EB517D-3532-46AE-BCEE-CAA63E547B98}">
      <dsp:nvSpPr>
        <dsp:cNvPr id="0" name=""/>
        <dsp:cNvSpPr/>
      </dsp:nvSpPr>
      <dsp:spPr>
        <a:xfrm>
          <a:off x="0" y="1540341"/>
          <a:ext cx="7575986" cy="121680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Formas de visualização:</a:t>
          </a:r>
          <a:endParaRPr lang="en-US" sz="1600" kern="1200"/>
        </a:p>
      </dsp:txBody>
      <dsp:txXfrm>
        <a:off x="59399" y="1599740"/>
        <a:ext cx="7457188" cy="1098002"/>
      </dsp:txXfrm>
    </dsp:sp>
    <dsp:sp modelId="{9AC83ABE-C654-42A2-B2FE-095ADAB5E5A8}">
      <dsp:nvSpPr>
        <dsp:cNvPr id="0" name=""/>
        <dsp:cNvSpPr/>
      </dsp:nvSpPr>
      <dsp:spPr>
        <a:xfrm>
          <a:off x="0" y="2757141"/>
          <a:ext cx="7575986" cy="1110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538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b="1" kern="1200"/>
            <a:t>Gráficos de linha</a:t>
          </a:r>
          <a:r>
            <a:rPr lang="pt-BR" sz="1600" kern="1200"/>
            <a:t> → evolução do tempo de resposta ao longo dos testes.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b="1" kern="1200"/>
            <a:t>Histogramas</a:t>
          </a:r>
          <a:r>
            <a:rPr lang="pt-BR" sz="1600" kern="1200"/>
            <a:t> → distribuição de latências ou vazão.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b="1" kern="1200"/>
            <a:t>Boxplots</a:t>
          </a:r>
          <a:r>
            <a:rPr lang="pt-BR" sz="1600" kern="1200"/>
            <a:t> → identificar dispersão e outliers.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600" b="1" kern="1200"/>
            <a:t>Dashboards interativos</a:t>
          </a:r>
          <a:r>
            <a:rPr lang="pt-BR" sz="1600" kern="1200"/>
            <a:t> → Prometheus + Grafana, Google Data Studio.</a:t>
          </a:r>
          <a:endParaRPr lang="en-US" sz="1600" kern="1200"/>
        </a:p>
      </dsp:txBody>
      <dsp:txXfrm>
        <a:off x="0" y="2757141"/>
        <a:ext cx="7575986" cy="1110037"/>
      </dsp:txXfrm>
    </dsp:sp>
    <dsp:sp modelId="{EA41D5E2-DF68-4C7F-B08E-95144C05972A}">
      <dsp:nvSpPr>
        <dsp:cNvPr id="0" name=""/>
        <dsp:cNvSpPr/>
      </dsp:nvSpPr>
      <dsp:spPr>
        <a:xfrm>
          <a:off x="0" y="3867178"/>
          <a:ext cx="7575986" cy="121680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Benefícios: identificação rápida de tendências, anomalias e gargalos.</a:t>
          </a:r>
          <a:endParaRPr lang="en-US" sz="1600" kern="1200"/>
        </a:p>
      </dsp:txBody>
      <dsp:txXfrm>
        <a:off x="59399" y="3926577"/>
        <a:ext cx="7457188" cy="1098002"/>
      </dsp:txXfrm>
    </dsp:sp>
    <dsp:sp modelId="{82CCDCAF-FB97-4690-BB42-CDDE89335C75}">
      <dsp:nvSpPr>
        <dsp:cNvPr id="0" name=""/>
        <dsp:cNvSpPr/>
      </dsp:nvSpPr>
      <dsp:spPr>
        <a:xfrm>
          <a:off x="0" y="5271178"/>
          <a:ext cx="7575986" cy="12168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/>
            <a:t>📊 </a:t>
          </a:r>
          <a:r>
            <a:rPr lang="pt-BR" sz="1600" b="1" kern="1200"/>
            <a:t>Exemplo:</a:t>
          </a:r>
          <a:r>
            <a:rPr lang="pt-BR" sz="1600" kern="1200"/>
            <a:t> uso de </a:t>
          </a:r>
          <a:r>
            <a:rPr lang="pt-BR" sz="1600" b="1" kern="1200"/>
            <a:t>Grafana</a:t>
          </a:r>
          <a:r>
            <a:rPr lang="pt-BR" sz="1600" kern="1200"/>
            <a:t> para acompanhar em tempo real a latência e a taxa de perda de pacotes em uma rede.</a:t>
          </a:r>
          <a:endParaRPr lang="en-US" sz="1600" kern="1200"/>
        </a:p>
      </dsp:txBody>
      <dsp:txXfrm>
        <a:off x="59399" y="5330577"/>
        <a:ext cx="7457188" cy="10980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8584E-1AFE-45BD-AC77-629B81C3EB90}">
      <dsp:nvSpPr>
        <dsp:cNvPr id="0" name=""/>
        <dsp:cNvSpPr/>
      </dsp:nvSpPr>
      <dsp:spPr>
        <a:xfrm>
          <a:off x="0" y="125020"/>
          <a:ext cx="2354851" cy="14129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Objetivo:</a:t>
          </a:r>
          <a:r>
            <a:rPr lang="pt-BR" sz="1400" kern="1200"/>
            <a:t> avaliar qualidade de serviço (QoS) em uma rede VoIP.</a:t>
          </a:r>
          <a:endParaRPr lang="en-US" sz="1400" kern="1200"/>
        </a:p>
      </dsp:txBody>
      <dsp:txXfrm>
        <a:off x="0" y="125020"/>
        <a:ext cx="2354851" cy="1412911"/>
      </dsp:txXfrm>
    </dsp:sp>
    <dsp:sp modelId="{159F63A1-481F-4B9E-89F8-63F01FD80634}">
      <dsp:nvSpPr>
        <dsp:cNvPr id="0" name=""/>
        <dsp:cNvSpPr/>
      </dsp:nvSpPr>
      <dsp:spPr>
        <a:xfrm>
          <a:off x="2590337" y="125020"/>
          <a:ext cx="2354851" cy="1412911"/>
        </a:xfrm>
        <a:prstGeom prst="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Cenário:</a:t>
          </a:r>
          <a:r>
            <a:rPr lang="pt-BR" sz="1400" kern="1200"/>
            <a:t> clientes simulando chamadas de voz sobre IP.</a:t>
          </a:r>
          <a:endParaRPr lang="en-US" sz="1400" kern="1200"/>
        </a:p>
      </dsp:txBody>
      <dsp:txXfrm>
        <a:off x="2590337" y="125020"/>
        <a:ext cx="2354851" cy="1412911"/>
      </dsp:txXfrm>
    </dsp:sp>
    <dsp:sp modelId="{6423A6BD-2EF1-477F-933E-3D4D19D04200}">
      <dsp:nvSpPr>
        <dsp:cNvPr id="0" name=""/>
        <dsp:cNvSpPr/>
      </dsp:nvSpPr>
      <dsp:spPr>
        <a:xfrm>
          <a:off x="5180674" y="125020"/>
          <a:ext cx="2354851" cy="1412911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Planejamento: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/>
            <a:t>Nós: servidores VoIP e múltiplos clientes.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/>
            <a:t>Enlaces: com variação de largura de banda e atraso.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/>
            <a:t>Tráfego: pacotes de voz contínuos (UDP).</a:t>
          </a:r>
          <a:endParaRPr lang="en-US" sz="1100" kern="1200"/>
        </a:p>
      </dsp:txBody>
      <dsp:txXfrm>
        <a:off x="5180674" y="125020"/>
        <a:ext cx="2354851" cy="1412911"/>
      </dsp:txXfrm>
    </dsp:sp>
    <dsp:sp modelId="{7AC5957E-992C-427A-B4D4-FCB89F012361}">
      <dsp:nvSpPr>
        <dsp:cNvPr id="0" name=""/>
        <dsp:cNvSpPr/>
      </dsp:nvSpPr>
      <dsp:spPr>
        <a:xfrm>
          <a:off x="0" y="1773417"/>
          <a:ext cx="2354851" cy="1962844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Métricas coletadas: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Latência média de pacotes.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b="1" kern="1200"/>
            <a:t>Jitter</a:t>
          </a:r>
          <a:r>
            <a:rPr lang="pt-BR" sz="1400" kern="1200"/>
            <a:t> (variação no atraso).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b="1" kern="1200"/>
            <a:t>Taxa de perda de pacotes.</a:t>
          </a:r>
          <a:endParaRPr lang="en-US" sz="1400" kern="1200"/>
        </a:p>
      </dsp:txBody>
      <dsp:txXfrm>
        <a:off x="0" y="1773417"/>
        <a:ext cx="2354851" cy="1962844"/>
      </dsp:txXfrm>
    </dsp:sp>
    <dsp:sp modelId="{3B758524-D396-47D5-9D31-BD1980A56234}">
      <dsp:nvSpPr>
        <dsp:cNvPr id="0" name=""/>
        <dsp:cNvSpPr/>
      </dsp:nvSpPr>
      <dsp:spPr>
        <a:xfrm>
          <a:off x="2590337" y="2048383"/>
          <a:ext cx="2354851" cy="1412911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Ferramenta:</a:t>
          </a:r>
          <a:r>
            <a:rPr lang="pt-BR" sz="1400" kern="1200"/>
            <a:t> </a:t>
          </a:r>
          <a:r>
            <a:rPr lang="pt-BR" sz="1400" b="1" kern="1200"/>
            <a:t>IPERF3</a:t>
          </a:r>
          <a:r>
            <a:rPr lang="pt-BR" sz="1400" kern="1200"/>
            <a:t> para geração e medição de tráfego.</a:t>
          </a:r>
          <a:endParaRPr lang="en-US" sz="1400" kern="1200"/>
        </a:p>
      </dsp:txBody>
      <dsp:txXfrm>
        <a:off x="2590337" y="2048383"/>
        <a:ext cx="2354851" cy="1412911"/>
      </dsp:txXfrm>
    </dsp:sp>
    <dsp:sp modelId="{942EEC07-1699-43BE-8AE1-E9376A384FBC}">
      <dsp:nvSpPr>
        <dsp:cNvPr id="0" name=""/>
        <dsp:cNvSpPr/>
      </dsp:nvSpPr>
      <dsp:spPr>
        <a:xfrm>
          <a:off x="5180674" y="2048383"/>
          <a:ext cx="2354851" cy="1412911"/>
        </a:xfrm>
        <a:prstGeom prst="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/>
            <a:t>Resultado esperado:</a:t>
          </a:r>
          <a:r>
            <a:rPr lang="pt-BR" sz="1400" kern="1200"/>
            <a:t> identificar limiares aceitáveis para manter qualidade de áudio.</a:t>
          </a:r>
          <a:endParaRPr lang="en-US" sz="1400" kern="1200"/>
        </a:p>
      </dsp:txBody>
      <dsp:txXfrm>
        <a:off x="5180674" y="2048383"/>
        <a:ext cx="2354851" cy="1412911"/>
      </dsp:txXfrm>
    </dsp:sp>
    <dsp:sp modelId="{B6D464D3-F35B-41D7-BFD8-4ED562ECC1A9}">
      <dsp:nvSpPr>
        <dsp:cNvPr id="0" name=""/>
        <dsp:cNvSpPr/>
      </dsp:nvSpPr>
      <dsp:spPr>
        <a:xfrm>
          <a:off x="2335118" y="3971746"/>
          <a:ext cx="2865289" cy="170657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📊 </a:t>
          </a:r>
          <a:r>
            <a:rPr lang="pt-BR" sz="1400" b="1" kern="1200"/>
            <a:t>Exemplo prático:</a:t>
          </a:r>
          <a:r>
            <a:rPr lang="pt-BR" sz="1400" kern="1200"/>
            <a:t> em VoIP, latência &gt; 150 ms já compromete a conversação.</a:t>
          </a:r>
          <a:endParaRPr lang="en-US" sz="1400" kern="1200"/>
        </a:p>
      </dsp:txBody>
      <dsp:txXfrm>
        <a:off x="2335118" y="3971746"/>
        <a:ext cx="2865289" cy="170657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9DCC27-E0D0-490C-B9EC-F6E692D86C24}">
      <dsp:nvSpPr>
        <dsp:cNvPr id="0" name=""/>
        <dsp:cNvSpPr/>
      </dsp:nvSpPr>
      <dsp:spPr>
        <a:xfrm>
          <a:off x="0" y="2087"/>
          <a:ext cx="7652013" cy="88930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AE87-3C35-4E5C-A0CB-37C6E88369A1}">
      <dsp:nvSpPr>
        <dsp:cNvPr id="0" name=""/>
        <dsp:cNvSpPr/>
      </dsp:nvSpPr>
      <dsp:spPr>
        <a:xfrm>
          <a:off x="269013" y="202179"/>
          <a:ext cx="489115" cy="4891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3BEA5-A0C4-4D43-B3E8-99D587D25805}">
      <dsp:nvSpPr>
        <dsp:cNvPr id="0" name=""/>
        <dsp:cNvSpPr/>
      </dsp:nvSpPr>
      <dsp:spPr>
        <a:xfrm>
          <a:off x="1027141" y="2087"/>
          <a:ext cx="6624871" cy="88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118" tIns="94118" rIns="94118" bIns="941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O </a:t>
          </a:r>
          <a:r>
            <a:rPr lang="pt-BR" sz="1900" b="1" i="0" kern="1200" baseline="0"/>
            <a:t>planejamento de experimentos</a:t>
          </a:r>
          <a:r>
            <a:rPr lang="pt-BR" sz="1900" b="0" i="0" kern="1200" baseline="0"/>
            <a:t> garante resultados </a:t>
          </a:r>
          <a:r>
            <a:rPr lang="pt-BR" sz="1900" b="1" i="0" kern="1200" baseline="0"/>
            <a:t>válidos e reprodutíveis</a:t>
          </a:r>
          <a:r>
            <a:rPr lang="pt-BR" sz="1900" b="0" i="0" kern="1200" baseline="0"/>
            <a:t>.</a:t>
          </a:r>
          <a:endParaRPr lang="en-US" sz="1900" kern="1200"/>
        </a:p>
      </dsp:txBody>
      <dsp:txXfrm>
        <a:off x="1027141" y="2087"/>
        <a:ext cx="6624871" cy="889300"/>
      </dsp:txXfrm>
    </dsp:sp>
    <dsp:sp modelId="{6E577F34-BDE2-4B1B-AC79-0EF4560BD4A1}">
      <dsp:nvSpPr>
        <dsp:cNvPr id="0" name=""/>
        <dsp:cNvSpPr/>
      </dsp:nvSpPr>
      <dsp:spPr>
        <a:xfrm>
          <a:off x="0" y="1113712"/>
          <a:ext cx="7652013" cy="8893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969E7-89F7-4528-9362-A85F7B07A6D1}">
      <dsp:nvSpPr>
        <dsp:cNvPr id="0" name=""/>
        <dsp:cNvSpPr/>
      </dsp:nvSpPr>
      <dsp:spPr>
        <a:xfrm>
          <a:off x="269013" y="1313804"/>
          <a:ext cx="489115" cy="4891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B2EF4D-8D30-4232-9855-384E701F13D3}">
      <dsp:nvSpPr>
        <dsp:cNvPr id="0" name=""/>
        <dsp:cNvSpPr/>
      </dsp:nvSpPr>
      <dsp:spPr>
        <a:xfrm>
          <a:off x="1027141" y="1113712"/>
          <a:ext cx="6624871" cy="88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118" tIns="94118" rIns="94118" bIns="941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A </a:t>
          </a:r>
          <a:r>
            <a:rPr lang="pt-BR" sz="1900" b="1" i="0" kern="1200" baseline="0"/>
            <a:t>coleta estruturada de dados</a:t>
          </a:r>
          <a:r>
            <a:rPr lang="pt-BR" sz="1900" b="0" i="0" kern="1200" baseline="0"/>
            <a:t> é essencial para análise confiável.</a:t>
          </a:r>
          <a:endParaRPr lang="en-US" sz="1900" kern="1200"/>
        </a:p>
      </dsp:txBody>
      <dsp:txXfrm>
        <a:off x="1027141" y="1113712"/>
        <a:ext cx="6624871" cy="889300"/>
      </dsp:txXfrm>
    </dsp:sp>
    <dsp:sp modelId="{269F61E4-7E3A-435B-8EB3-154AA3BD525E}">
      <dsp:nvSpPr>
        <dsp:cNvPr id="0" name=""/>
        <dsp:cNvSpPr/>
      </dsp:nvSpPr>
      <dsp:spPr>
        <a:xfrm>
          <a:off x="0" y="2225337"/>
          <a:ext cx="7652013" cy="88930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F39B2C-8FA8-40B8-9F6F-677E7907ED6E}">
      <dsp:nvSpPr>
        <dsp:cNvPr id="0" name=""/>
        <dsp:cNvSpPr/>
      </dsp:nvSpPr>
      <dsp:spPr>
        <a:xfrm>
          <a:off x="269013" y="2425429"/>
          <a:ext cx="489115" cy="4891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86C7F-1B56-45F7-BC63-40D90C634949}">
      <dsp:nvSpPr>
        <dsp:cNvPr id="0" name=""/>
        <dsp:cNvSpPr/>
      </dsp:nvSpPr>
      <dsp:spPr>
        <a:xfrm>
          <a:off x="1027141" y="2225337"/>
          <a:ext cx="6624871" cy="88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118" tIns="94118" rIns="94118" bIns="941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baseline="0"/>
            <a:t>Métricas bem definidas</a:t>
          </a:r>
          <a:r>
            <a:rPr lang="pt-BR" sz="1900" b="0" i="0" kern="1200" baseline="0"/>
            <a:t> (latência, vazão, jitter, utilização) orientam melhorias no sistema.</a:t>
          </a:r>
          <a:endParaRPr lang="en-US" sz="1900" kern="1200"/>
        </a:p>
      </dsp:txBody>
      <dsp:txXfrm>
        <a:off x="1027141" y="2225337"/>
        <a:ext cx="6624871" cy="889300"/>
      </dsp:txXfrm>
    </dsp:sp>
    <dsp:sp modelId="{988005F5-DE30-4E7F-ABA8-164543A69D5D}">
      <dsp:nvSpPr>
        <dsp:cNvPr id="0" name=""/>
        <dsp:cNvSpPr/>
      </dsp:nvSpPr>
      <dsp:spPr>
        <a:xfrm>
          <a:off x="0" y="3336962"/>
          <a:ext cx="7652013" cy="8893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12BA03-DDC9-418C-8DC2-588894268151}">
      <dsp:nvSpPr>
        <dsp:cNvPr id="0" name=""/>
        <dsp:cNvSpPr/>
      </dsp:nvSpPr>
      <dsp:spPr>
        <a:xfrm>
          <a:off x="269013" y="3537055"/>
          <a:ext cx="489115" cy="4891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C8E46C-9AAF-4F30-9996-C2A358A88717}">
      <dsp:nvSpPr>
        <dsp:cNvPr id="0" name=""/>
        <dsp:cNvSpPr/>
      </dsp:nvSpPr>
      <dsp:spPr>
        <a:xfrm>
          <a:off x="1027141" y="3336962"/>
          <a:ext cx="6624871" cy="88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118" tIns="94118" rIns="94118" bIns="941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Ferramentas modernas ampliam a </a:t>
          </a:r>
          <a:r>
            <a:rPr lang="pt-BR" sz="1900" b="1" i="0" kern="1200" baseline="0"/>
            <a:t>observabilidade</a:t>
          </a:r>
          <a:r>
            <a:rPr lang="pt-BR" sz="1900" b="0" i="0" kern="1200" baseline="0"/>
            <a:t> (Prometheus, Grafana, IPERF, Wireshark).</a:t>
          </a:r>
          <a:endParaRPr lang="en-US" sz="1900" kern="1200"/>
        </a:p>
      </dsp:txBody>
      <dsp:txXfrm>
        <a:off x="1027141" y="3336962"/>
        <a:ext cx="6624871" cy="889300"/>
      </dsp:txXfrm>
    </dsp:sp>
    <dsp:sp modelId="{A33EE03F-473D-4FCA-B150-E15811ED3F4E}">
      <dsp:nvSpPr>
        <dsp:cNvPr id="0" name=""/>
        <dsp:cNvSpPr/>
      </dsp:nvSpPr>
      <dsp:spPr>
        <a:xfrm>
          <a:off x="0" y="4448587"/>
          <a:ext cx="7652013" cy="88930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6B220-CBDD-4688-B4C0-5D4D83FCFB83}">
      <dsp:nvSpPr>
        <dsp:cNvPr id="0" name=""/>
        <dsp:cNvSpPr/>
      </dsp:nvSpPr>
      <dsp:spPr>
        <a:xfrm>
          <a:off x="269013" y="4648680"/>
          <a:ext cx="489115" cy="4891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7B7E5-715D-4F1A-92FE-54B983650043}">
      <dsp:nvSpPr>
        <dsp:cNvPr id="0" name=""/>
        <dsp:cNvSpPr/>
      </dsp:nvSpPr>
      <dsp:spPr>
        <a:xfrm>
          <a:off x="1027141" y="4448587"/>
          <a:ext cx="6624871" cy="88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118" tIns="94118" rIns="94118" bIns="941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Boas práticas: documentação, repetição e controle de variáveis.</a:t>
          </a:r>
          <a:endParaRPr lang="en-US" sz="1900" kern="1200"/>
        </a:p>
      </dsp:txBody>
      <dsp:txXfrm>
        <a:off x="1027141" y="4448587"/>
        <a:ext cx="6624871" cy="889300"/>
      </dsp:txXfrm>
    </dsp:sp>
    <dsp:sp modelId="{7493FD91-3ACF-4660-B12D-2DB31C8A5619}">
      <dsp:nvSpPr>
        <dsp:cNvPr id="0" name=""/>
        <dsp:cNvSpPr/>
      </dsp:nvSpPr>
      <dsp:spPr>
        <a:xfrm>
          <a:off x="0" y="5560212"/>
          <a:ext cx="7652013" cy="88930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009756-4267-4C43-B7E7-2312A43C52C0}">
      <dsp:nvSpPr>
        <dsp:cNvPr id="0" name=""/>
        <dsp:cNvSpPr/>
      </dsp:nvSpPr>
      <dsp:spPr>
        <a:xfrm>
          <a:off x="269013" y="5760305"/>
          <a:ext cx="489115" cy="48911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C553F-914B-4E9E-8D7C-3DE8FE714131}">
      <dsp:nvSpPr>
        <dsp:cNvPr id="0" name=""/>
        <dsp:cNvSpPr/>
      </dsp:nvSpPr>
      <dsp:spPr>
        <a:xfrm>
          <a:off x="1027141" y="5560212"/>
          <a:ext cx="6624871" cy="88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118" tIns="94118" rIns="94118" bIns="941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0" i="0" kern="1200" baseline="0"/>
            <a:t>Aplicações em </a:t>
          </a:r>
          <a:r>
            <a:rPr lang="pt-BR" sz="1900" b="1" i="0" kern="1200" baseline="0"/>
            <a:t>bancos de dados</a:t>
          </a:r>
          <a:r>
            <a:rPr lang="pt-BR" sz="1900" b="0" i="0" kern="1200" baseline="0"/>
            <a:t> e </a:t>
          </a:r>
          <a:r>
            <a:rPr lang="pt-BR" sz="1900" b="1" i="0" kern="1200" baseline="0"/>
            <a:t>redes</a:t>
          </a:r>
          <a:r>
            <a:rPr lang="pt-BR" sz="1900" b="0" i="0" kern="1200" baseline="0"/>
            <a:t> mostram a relevância prática para o mercado.</a:t>
          </a:r>
          <a:endParaRPr lang="en-US" sz="1900" kern="1200"/>
        </a:p>
      </dsp:txBody>
      <dsp:txXfrm>
        <a:off x="1027141" y="5560212"/>
        <a:ext cx="6624871" cy="8893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28808-DBDF-57CF-5821-311588C1F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A0F0D8-02AF-64CF-6412-EB903A8BC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6DEF95-6357-75E4-CCF5-35F6AFFD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66B8-3345-4582-8177-B9C2D03E03AD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BA920A-E18C-FC54-46F0-50899FF07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96D07A-E3E4-E6BB-5FBF-34FF5D68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ABEE-C6A1-418D-AB53-DA4D05E13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415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FE346-3EDA-0D3A-25ED-01433D71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C4C13D-E4ED-282F-1B88-1B595D708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3FE6C8-C48C-A10C-A70A-677B42682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66B8-3345-4582-8177-B9C2D03E03AD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3B7AD-925F-384F-E890-9253F4CEB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CF5394-1C8B-4421-7B4C-E1382083D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ABEE-C6A1-418D-AB53-DA4D05E13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34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877712-6BA3-B7D1-A491-6E70E9E8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FD1FAE-A3DB-F79B-7F77-74446CC9F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E93996-56FE-4C4C-10E3-898EB25DC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66B8-3345-4582-8177-B9C2D03E03AD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54ED36-9CE8-3F27-6ED1-46E9DA967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DF7263-1194-9191-4744-F78190561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ABEE-C6A1-418D-AB53-DA4D05E13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9572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92B21-DC97-BC89-A635-911A16D1B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C3C346-6E1C-2B4B-E015-3051225EAC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66B527-F25A-10BC-E32D-7F552622E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875235-4D51-CF4A-B046-61ECE57E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66B8-3345-4582-8177-B9C2D03E03AD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5AF1DC-0652-A80B-6CC5-2AF16897A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525D46-3F01-24AB-95BD-DC502A69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ABEE-C6A1-418D-AB53-DA4D05E13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949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4BD56-25B1-A239-7F14-BE8050F96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D4A72C-759B-1E26-61AE-574DAD414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F5FA09-49A3-5051-7A37-4D31D12D2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D273FBB-819E-7952-3E90-4B220206B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8F37FF-F090-1427-8038-5CE522D8BB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821F787-9D3A-731D-748D-8B4270611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66B8-3345-4582-8177-B9C2D03E03AD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80FBA43-94D1-C5EB-19EB-E64E0D15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F33609D-0B9C-5861-28D0-71B1C7680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ABEE-C6A1-418D-AB53-DA4D05E13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565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92F9D-3A1D-9B6D-D6BF-76D99FF5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576E9D8-7152-8479-8D0F-2171BEB98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66B8-3345-4582-8177-B9C2D03E03AD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EC0759A-8972-A24C-F3B0-A85031783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127362-B41D-07A5-08AE-0A7AB064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ABEE-C6A1-418D-AB53-DA4D05E13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210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ABCCD4-0A08-A96A-C63A-DA6C05DC7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66B8-3345-4582-8177-B9C2D03E03AD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B8C1C46-A0F8-074D-281C-AC6D992A4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50D3BA-1908-C700-2B8B-7FF35642B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ABEE-C6A1-418D-AB53-DA4D05E13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885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8FC0C4-F9BB-8159-45AB-017E389E6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70D9EF-9528-2C14-8AA8-F9751A921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4FC1946-FC89-3457-A740-C0DECF504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126ED7-BE9A-EE27-BA79-A2F67400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66B8-3345-4582-8177-B9C2D03E03AD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490556-51FE-458E-BDDF-C006BB10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823C59-6255-DAD5-627E-C7B531C0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ABEE-C6A1-418D-AB53-DA4D05E13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984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3B9EC-3B3A-45FF-C35D-CD33A259A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CD742E4-B273-5043-3305-11C00EAE47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A9FB1F-DEEB-A6F7-CEF2-FB4B565C8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E36087-4A3C-3269-B0D3-B51716C15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66B8-3345-4582-8177-B9C2D03E03AD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56B637-5529-817B-D1A9-3C21DFD33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68C0D4-D8F9-DA1F-7D0E-64C2C4B7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ABEE-C6A1-418D-AB53-DA4D05E13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2798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0BE56-E752-BB3F-63DF-2D0158C5B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E81F97-16C4-219B-42B8-D9CC18192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625102-5CD9-43E0-6115-E15C10626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66B8-3345-4582-8177-B9C2D03E03AD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F9D5DD-9B74-EF88-5D8F-35FC6BD22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A81AF5-ECFF-8F16-621F-530FCAEC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ABEE-C6A1-418D-AB53-DA4D05E13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536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64F0FB-32A4-798F-3B60-AC7986B40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3E0D0F-C631-B1F8-2CB8-CF1B626D5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AF1B5C-F5F7-1874-4102-5CF8390AE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66B8-3345-4582-8177-B9C2D03E03AD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4A9452-2A37-BBAC-EB94-622CED2A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EC4491-5AB1-DAD3-FCAE-50782FAC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ABEE-C6A1-418D-AB53-DA4D05E13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767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F706EDF-0C2D-E2BB-0CE3-8B8FB60E5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93F3CF-CD56-43C5-F6A5-DFBCAB2F5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4AB310-98B3-C1D2-E9F0-432F349444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1466B8-3345-4582-8177-B9C2D03E03AD}" type="datetimeFigureOut">
              <a:rPr lang="pt-BR" smtClean="0"/>
              <a:t>18/09/2025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8C5FE3-F0FD-C588-58E8-744CDA682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939670-FF96-1D20-2ABF-31C373DC4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BABEE-C6A1-418D-AB53-DA4D05E13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888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oDqxm7ybLc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359385-78DA-AEE5-7DE1-6E899656E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pPr algn="ctr"/>
            <a:r>
              <a:rPr lang="pt-BR" sz="4200" b="1" dirty="0"/>
              <a:t>Planejamento de Experimentos e Coleta de Dados</a:t>
            </a:r>
            <a:br>
              <a:rPr lang="pt-BR" sz="4200" dirty="0"/>
            </a:br>
            <a:endParaRPr lang="pt-BR" sz="42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426B467-40CA-1441-C6B8-B1E732E22C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108781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2338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90C51E-601F-0037-C15C-793C46BA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pPr algn="ctr"/>
            <a:r>
              <a:rPr lang="pt-BR" sz="4200" dirty="0"/>
              <a:t>Importância do Planejamento de Experimentos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7944F64-92BE-B231-F6A4-A6188C0586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853609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2298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3745BD-33D2-36D0-FDCB-11F54119D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pt-BR" sz="4200"/>
              <a:t>Etapas do Planejamento Experimental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385A53C-58F8-1A01-7C94-D328B8F472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12166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2940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5CA98-5EE1-4214-5B0C-2485082E9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Definição dos Nós no Experimento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2A6614-0B65-0DA4-ED8B-CCB9DA90A8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06218"/>
            <a:ext cx="10515600" cy="359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Nós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representam os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elementos da rede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serem avaliados.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Podem ser: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Servidores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hospedam aplicações ou bancos de dados.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Clientes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geram tráfego de requisições.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Roteadores/Switches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encaminham pacotes na rede.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escolha dos nós deve refletir 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realidade do ambiente estudado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 simulação de e-commerce → um nó servidor web, múltiplos nós clientes, roteador central.</a:t>
            </a:r>
          </a:p>
        </p:txBody>
      </p:sp>
    </p:spTree>
    <p:extLst>
      <p:ext uri="{BB962C8B-B14F-4D97-AF65-F5344CB8AC3E}">
        <p14:creationId xmlns:p14="http://schemas.microsoft.com/office/powerpoint/2010/main" val="1361875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960A86-F8A2-4660-F9E5-456E7335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pt-BR" sz="4600"/>
              <a:t>Configuração dos Enlaces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4635D1B-D669-9FC8-0CFC-0F22B70D72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868649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0259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2E3A9-753C-C389-9EEC-629ECCC2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Caracterização do Tráfego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972E2B-EFAD-AEE7-EA2A-AFE6918E1C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41782"/>
            <a:ext cx="10419735" cy="3919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tráfego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representa a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carga de trabalho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aplicada ao sistema.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 refletir o uso real do ambiente: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Tráfego contínuo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streaming de vídeo, chamadas VoIP.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Tráfego em rajadas (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bursty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downloads, navegação web.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Tráfego misto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combinação de voz, vídeo e dados.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 importante definir: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Taxa média de pacotes.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Duração das conexões.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Número de usuários simultâneos.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 simulação de 200 usuários acessando um servidor web com ênfase em picos de acesso.</a:t>
            </a:r>
          </a:p>
        </p:txBody>
      </p:sp>
    </p:spTree>
    <p:extLst>
      <p:ext uri="{BB962C8B-B14F-4D97-AF65-F5344CB8AC3E}">
        <p14:creationId xmlns:p14="http://schemas.microsoft.com/office/powerpoint/2010/main" val="1007188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ECD517-55FE-E422-A8E7-2050C81EE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pt-BR" sz="3800"/>
              <a:t>Escalonamento dos Eventos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450C4C8-3196-2AF3-B57D-3572422115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98263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0971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7FE34-403E-3B31-D203-F12B6FF6F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Planejamento de Adversidades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B0D849-04BE-D6BC-360B-03B153CEF4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36970"/>
            <a:ext cx="10360742" cy="372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Adversidades permitem avaliar 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resiliência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sistema em situações críticas.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Podem incluir: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Falhas de enlaces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(ex.: queda de conexão entre dois roteadores).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Sobrecarga de tráfego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(ex.: excesso de usuários simultâneos).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Perda de pacotes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artificial para simular redes instáveis.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Ataques simulados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(ex.: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para medir capacidade de recuperação.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 simular queda de 20% da largura de banda durante horário de pico para observar impacto no tempo de resposta.</a:t>
            </a:r>
          </a:p>
        </p:txBody>
      </p:sp>
    </p:spTree>
    <p:extLst>
      <p:ext uri="{BB962C8B-B14F-4D97-AF65-F5344CB8AC3E}">
        <p14:creationId xmlns:p14="http://schemas.microsoft.com/office/powerpoint/2010/main" val="1412149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4C2FCF-BEF6-16D3-642A-61CDC3E2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pt-BR" sz="4600"/>
              <a:t>Coleta de Dados no Experimento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5B918BE-8223-4296-FAFD-CAA827E0F0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924827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9916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896E4-F245-6E30-A794-49D59CD53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b="1" dirty="0"/>
              <a:t>Métricas Coletadas em Redes de Computadores</a:t>
            </a:r>
            <a:br>
              <a:rPr lang="pt-BR" sz="3200" b="1" dirty="0"/>
            </a:br>
            <a:endParaRPr lang="pt-BR" sz="32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0E3AEA-0824-7C47-0A11-6B0AE9D86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/>
              <a:t>Tempo de resposta (latência):</a:t>
            </a:r>
            <a:r>
              <a:rPr lang="pt-BR" sz="2000" dirty="0"/>
              <a:t> tempo entre envio e recebimento de uma resposta.</a:t>
            </a:r>
          </a:p>
          <a:p>
            <a:pPr>
              <a:lnSpc>
                <a:spcPct val="150000"/>
              </a:lnSpc>
            </a:pPr>
            <a:r>
              <a:rPr lang="pt-BR" sz="2000" b="1" dirty="0" err="1"/>
              <a:t>Throughput</a:t>
            </a:r>
            <a:r>
              <a:rPr lang="pt-BR" sz="2000" b="1" dirty="0"/>
              <a:t> (vazão):</a:t>
            </a:r>
            <a:r>
              <a:rPr lang="pt-BR" sz="2000" dirty="0"/>
              <a:t> quantidade de dados transmitidos por segundo.</a:t>
            </a:r>
          </a:p>
          <a:p>
            <a:pPr>
              <a:lnSpc>
                <a:spcPct val="150000"/>
              </a:lnSpc>
            </a:pPr>
            <a:r>
              <a:rPr lang="pt-BR" sz="2000" b="1" dirty="0" err="1"/>
              <a:t>Jitter</a:t>
            </a:r>
            <a:r>
              <a:rPr lang="pt-BR" sz="2000" b="1" dirty="0"/>
              <a:t>:</a:t>
            </a:r>
            <a:r>
              <a:rPr lang="pt-BR" sz="2000" dirty="0"/>
              <a:t> variação no atraso de entrega dos pacotes.</a:t>
            </a:r>
          </a:p>
          <a:p>
            <a:pPr>
              <a:lnSpc>
                <a:spcPct val="150000"/>
              </a:lnSpc>
            </a:pPr>
            <a:r>
              <a:rPr lang="pt-BR" sz="2000" b="1" dirty="0"/>
              <a:t>Taxa de perda de pacotes:</a:t>
            </a:r>
            <a:r>
              <a:rPr lang="pt-BR" sz="2000" dirty="0"/>
              <a:t> percentual de pacotes descartados.</a:t>
            </a:r>
          </a:p>
          <a:p>
            <a:pPr>
              <a:lnSpc>
                <a:spcPct val="150000"/>
              </a:lnSpc>
            </a:pPr>
            <a:r>
              <a:rPr lang="pt-BR" sz="2000" b="1" dirty="0"/>
              <a:t>Utilização:</a:t>
            </a:r>
            <a:r>
              <a:rPr lang="pt-BR" sz="2000" dirty="0"/>
              <a:t> fração do tempo em que recursos (CPU, link, memória) estão ocupados.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📊 </a:t>
            </a:r>
            <a:r>
              <a:rPr lang="pt-BR" sz="2000" b="1" dirty="0"/>
              <a:t>Exemplo prático:</a:t>
            </a:r>
            <a:r>
              <a:rPr lang="pt-BR" sz="2000" dirty="0"/>
              <a:t> Em uma chamada VoIP, medir </a:t>
            </a:r>
            <a:r>
              <a:rPr lang="pt-BR" sz="2000" b="1" dirty="0"/>
              <a:t>latência, </a:t>
            </a:r>
            <a:r>
              <a:rPr lang="pt-BR" sz="2000" b="1" dirty="0" err="1"/>
              <a:t>jitter</a:t>
            </a:r>
            <a:r>
              <a:rPr lang="pt-BR" sz="2000" b="1" dirty="0"/>
              <a:t> e perda de pacotes</a:t>
            </a:r>
            <a:r>
              <a:rPr lang="pt-BR" sz="2000" dirty="0"/>
              <a:t> é fundamental para garantir qualidade de áudio.</a:t>
            </a:r>
          </a:p>
          <a:p>
            <a:pPr>
              <a:lnSpc>
                <a:spcPct val="150000"/>
              </a:lnSpc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550168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0D0524-2F40-B91A-1B4C-8B700F19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pt-BR" sz="4600"/>
              <a:t>Ferramentas para Coleta de Dados em Redes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C0F494D-B6D3-3803-03E3-58CEE1EB3D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951547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279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86608-B2FA-CE5A-7205-C52005B0C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Armazenamento e Organização dos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094CDC-60DC-BFF0-1E66-1F5B32CB7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342"/>
            <a:ext cx="10515600" cy="473162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b="1" dirty="0"/>
              <a:t>Objetivo</a:t>
            </a:r>
            <a:r>
              <a:rPr lang="pt-BR" dirty="0"/>
              <a:t>: garantir que os dados coletados sejam preservados de forma clara e acessível.</a:t>
            </a:r>
          </a:p>
          <a:p>
            <a:pPr algn="just"/>
            <a:r>
              <a:rPr lang="pt-BR" dirty="0"/>
              <a:t>Formas de registro:</a:t>
            </a:r>
          </a:p>
          <a:p>
            <a:pPr lvl="1" algn="just"/>
            <a:r>
              <a:rPr lang="pt-BR" b="1" dirty="0"/>
              <a:t>Planilhas</a:t>
            </a:r>
            <a:r>
              <a:rPr lang="pt-BR" dirty="0"/>
              <a:t> (Excel, Google </a:t>
            </a:r>
            <a:r>
              <a:rPr lang="pt-BR" dirty="0" err="1"/>
              <a:t>Sheets</a:t>
            </a:r>
            <a:r>
              <a:rPr lang="pt-BR" dirty="0"/>
              <a:t>).</a:t>
            </a:r>
          </a:p>
          <a:p>
            <a:pPr lvl="1" algn="just"/>
            <a:r>
              <a:rPr lang="pt-BR" b="1" dirty="0"/>
              <a:t>Bancos de dados</a:t>
            </a:r>
            <a:r>
              <a:rPr lang="pt-BR" dirty="0"/>
              <a:t> para grandes volumes de métricas.</a:t>
            </a:r>
          </a:p>
          <a:p>
            <a:pPr lvl="1" algn="just"/>
            <a:r>
              <a:rPr lang="pt-BR" b="1" dirty="0"/>
              <a:t>Arquivos de log</a:t>
            </a:r>
            <a:r>
              <a:rPr lang="pt-BR" dirty="0"/>
              <a:t> organizados por data e cenário de teste.</a:t>
            </a:r>
          </a:p>
          <a:p>
            <a:pPr algn="just"/>
            <a:r>
              <a:rPr lang="pt-BR" dirty="0"/>
              <a:t>Boas práticas:</a:t>
            </a:r>
          </a:p>
          <a:p>
            <a:pPr lvl="1" algn="just"/>
            <a:r>
              <a:rPr lang="pt-BR" dirty="0"/>
              <a:t>Criar </a:t>
            </a:r>
            <a:r>
              <a:rPr lang="pt-BR" b="1" dirty="0"/>
              <a:t>padrões de nomenclatura</a:t>
            </a:r>
            <a:r>
              <a:rPr lang="pt-BR" dirty="0"/>
              <a:t> para arquivos.</a:t>
            </a:r>
          </a:p>
          <a:p>
            <a:pPr lvl="1" algn="just"/>
            <a:r>
              <a:rPr lang="pt-BR" dirty="0"/>
              <a:t>Documentar condições do experimento (data, hora, configurações).</a:t>
            </a:r>
          </a:p>
          <a:p>
            <a:pPr lvl="1" algn="just"/>
            <a:r>
              <a:rPr lang="pt-BR" dirty="0"/>
              <a:t>Usar </a:t>
            </a:r>
            <a:r>
              <a:rPr lang="pt-BR" b="1" dirty="0"/>
              <a:t>backup</a:t>
            </a:r>
            <a:r>
              <a:rPr lang="pt-BR" dirty="0"/>
              <a:t> para evitar perda de dados.</a:t>
            </a:r>
          </a:p>
          <a:p>
            <a:pPr algn="just"/>
            <a:r>
              <a:rPr lang="pt-BR" dirty="0"/>
              <a:t>📊 </a:t>
            </a:r>
            <a:r>
              <a:rPr lang="pt-BR" b="1" dirty="0"/>
              <a:t>Exemplo:</a:t>
            </a:r>
            <a:r>
              <a:rPr lang="pt-BR" dirty="0"/>
              <a:t> registrar logs de latência em CSV e consolidar gráficos no Google Data Studio.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7359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61205-680A-AC11-3066-C1A5C743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Tratamento e Preparação dos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C06709-578A-3C7B-5619-B78BCFC1B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013"/>
            <a:ext cx="10515600" cy="4770950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/>
              <a:t>Objetivo:</a:t>
            </a:r>
            <a:r>
              <a:rPr lang="pt-BR" dirty="0"/>
              <a:t> garantir que os dados coletados sejam consistentes e prontos para análise.</a:t>
            </a:r>
          </a:p>
          <a:p>
            <a:r>
              <a:rPr lang="pt-BR" dirty="0"/>
              <a:t>Principais etapas:</a:t>
            </a:r>
          </a:p>
          <a:p>
            <a:pPr lvl="1"/>
            <a:r>
              <a:rPr lang="pt-BR" b="1" dirty="0"/>
              <a:t>Remoção de outliers</a:t>
            </a:r>
            <a:r>
              <a:rPr lang="pt-BR" dirty="0"/>
              <a:t>: eliminar valores extremos causados por falhas de medição.</a:t>
            </a:r>
          </a:p>
          <a:p>
            <a:pPr lvl="1"/>
            <a:r>
              <a:rPr lang="pt-BR" b="1" dirty="0"/>
              <a:t>Normalização</a:t>
            </a:r>
            <a:r>
              <a:rPr lang="pt-BR" dirty="0"/>
              <a:t>: padronizar escalas para comparar métricas diferentes.</a:t>
            </a:r>
          </a:p>
          <a:p>
            <a:pPr lvl="1"/>
            <a:r>
              <a:rPr lang="pt-BR" b="1" dirty="0"/>
              <a:t>Validação</a:t>
            </a:r>
            <a:r>
              <a:rPr lang="pt-BR" dirty="0"/>
              <a:t>: verificar se os dados correspondem ao cenário planejado.</a:t>
            </a:r>
          </a:p>
          <a:p>
            <a:r>
              <a:rPr lang="pt-BR" dirty="0"/>
              <a:t>Boas práticas:</a:t>
            </a:r>
          </a:p>
          <a:p>
            <a:pPr lvl="1"/>
            <a:r>
              <a:rPr lang="pt-BR" dirty="0"/>
              <a:t>Repetir experimentos para confirmar consistência.</a:t>
            </a:r>
          </a:p>
          <a:p>
            <a:pPr lvl="1"/>
            <a:r>
              <a:rPr lang="pt-BR" dirty="0"/>
              <a:t>Comparar resultados entre execuções para detectar anomalias.</a:t>
            </a:r>
          </a:p>
          <a:p>
            <a:r>
              <a:rPr lang="pt-BR" dirty="0"/>
              <a:t>📊 </a:t>
            </a:r>
            <a:r>
              <a:rPr lang="pt-BR" b="1" dirty="0"/>
              <a:t>Exemplo:</a:t>
            </a:r>
            <a:r>
              <a:rPr lang="pt-BR" dirty="0"/>
              <a:t> descartar medições de tempo de resposta muito acima da média em um teste de rede causado por queda temporária de conexão.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6223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D277E-C373-55A9-980A-EADEA983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Análise Estatística dos 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14D746-65E8-E63A-732A-05E43A23C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503"/>
            <a:ext cx="10515600" cy="4682460"/>
          </a:xfrm>
        </p:spPr>
        <p:txBody>
          <a:bodyPr>
            <a:normAutofit/>
          </a:bodyPr>
          <a:lstStyle/>
          <a:p>
            <a:r>
              <a:rPr lang="pt-BR" sz="2400" b="1" dirty="0"/>
              <a:t>Objetivo:</a:t>
            </a:r>
            <a:r>
              <a:rPr lang="pt-BR" sz="2400" dirty="0"/>
              <a:t> transformar dados brutos em informações úteis para tomada de decisão.</a:t>
            </a:r>
          </a:p>
          <a:p>
            <a:r>
              <a:rPr lang="pt-BR" sz="2400" dirty="0"/>
              <a:t>Principais medidas:</a:t>
            </a:r>
          </a:p>
          <a:p>
            <a:pPr lvl="1"/>
            <a:r>
              <a:rPr lang="pt-BR" sz="2000" b="1" dirty="0"/>
              <a:t>Média</a:t>
            </a:r>
            <a:r>
              <a:rPr lang="pt-BR" sz="2000" dirty="0"/>
              <a:t> → valor médio observado.</a:t>
            </a:r>
          </a:p>
          <a:p>
            <a:pPr lvl="1"/>
            <a:r>
              <a:rPr lang="pt-BR" sz="2000" b="1" dirty="0"/>
              <a:t>Mediana</a:t>
            </a:r>
            <a:r>
              <a:rPr lang="pt-BR" sz="2000" dirty="0"/>
              <a:t> → valor central que reduz impacto de outliers.</a:t>
            </a:r>
          </a:p>
          <a:p>
            <a:pPr lvl="1"/>
            <a:r>
              <a:rPr lang="pt-BR" sz="2000" b="1" dirty="0"/>
              <a:t>Variância e desvio padrão</a:t>
            </a:r>
            <a:r>
              <a:rPr lang="pt-BR" sz="2000" dirty="0"/>
              <a:t> → medem a dispersão dos resultados.</a:t>
            </a:r>
          </a:p>
          <a:p>
            <a:pPr lvl="1"/>
            <a:r>
              <a:rPr lang="pt-BR" sz="2000" b="1" dirty="0"/>
              <a:t>Intervalo de confiança</a:t>
            </a:r>
            <a:r>
              <a:rPr lang="pt-BR" sz="2000" dirty="0"/>
              <a:t> → grau de confiabilidade dos resultados obtidos.</a:t>
            </a:r>
          </a:p>
          <a:p>
            <a:r>
              <a:rPr lang="pt-BR" sz="2400" dirty="0"/>
              <a:t>Ferramentas recomendadas: </a:t>
            </a:r>
            <a:r>
              <a:rPr lang="pt-BR" sz="2400" b="1" dirty="0"/>
              <a:t>R, Python (Pandas, </a:t>
            </a:r>
            <a:r>
              <a:rPr lang="pt-BR" sz="2400" b="1" dirty="0" err="1"/>
              <a:t>Matplotlib</a:t>
            </a:r>
            <a:r>
              <a:rPr lang="pt-BR" sz="2400" b="1" dirty="0"/>
              <a:t>, </a:t>
            </a:r>
            <a:r>
              <a:rPr lang="pt-BR" sz="2400" b="1" dirty="0" err="1"/>
              <a:t>SciPy</a:t>
            </a:r>
            <a:r>
              <a:rPr lang="pt-BR" sz="2400" b="1" dirty="0"/>
              <a:t>)</a:t>
            </a:r>
            <a:r>
              <a:rPr lang="pt-BR" sz="2400" dirty="0"/>
              <a:t>.</a:t>
            </a:r>
          </a:p>
          <a:p>
            <a:r>
              <a:rPr lang="pt-BR" sz="2400" dirty="0"/>
              <a:t>📊 </a:t>
            </a:r>
            <a:r>
              <a:rPr lang="pt-BR" sz="2400" b="1" dirty="0"/>
              <a:t>Exemplo:</a:t>
            </a:r>
            <a:r>
              <a:rPr lang="pt-BR" sz="2400" dirty="0"/>
              <a:t> calcular média e desvio padrão do tempo de resposta em 50 testes de consultas SQL para avaliar consistência do desempenho.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15982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C485E9-BEF7-FEE2-140D-6E3933AFE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pt-BR" sz="5000"/>
              <a:t>Visualização dos Resultados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31A9203E-0092-6123-93FB-0C09B5FF73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186204"/>
              </p:ext>
            </p:extLst>
          </p:nvPr>
        </p:nvGraphicFramePr>
        <p:xfrm>
          <a:off x="4341694" y="159703"/>
          <a:ext cx="7575986" cy="6624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0790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CAB9C-F9F9-72FE-E14D-8F8E0592E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Ferramentas Modernas de Monitoramento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DB9A5E-E018-2C8B-7F4A-83AFBB794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2"/>
            <a:ext cx="10515600" cy="4820111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Além das ferramentas clássicas, hoje existem soluções mais completas e integradas:</a:t>
            </a:r>
          </a:p>
          <a:p>
            <a:pPr lvl="1"/>
            <a:r>
              <a:rPr lang="pt-BR" b="1" dirty="0" err="1"/>
              <a:t>Prometheus</a:t>
            </a:r>
            <a:r>
              <a:rPr lang="pt-BR" dirty="0"/>
              <a:t> → coleta de métricas em tempo real.</a:t>
            </a:r>
          </a:p>
          <a:p>
            <a:pPr lvl="1"/>
            <a:r>
              <a:rPr lang="pt-BR" b="1" dirty="0" err="1"/>
              <a:t>Grafana</a:t>
            </a:r>
            <a:r>
              <a:rPr lang="pt-BR" dirty="0"/>
              <a:t> → dashboards interativos e customizáveis.</a:t>
            </a:r>
          </a:p>
          <a:p>
            <a:pPr lvl="1"/>
            <a:r>
              <a:rPr lang="pt-BR" b="1" dirty="0" err="1"/>
              <a:t>Elastic</a:t>
            </a:r>
            <a:r>
              <a:rPr lang="pt-BR" b="1" dirty="0"/>
              <a:t> Stack (ELK: </a:t>
            </a:r>
            <a:r>
              <a:rPr lang="pt-BR" b="1" dirty="0" err="1"/>
              <a:t>Elasticsearch</a:t>
            </a:r>
            <a:r>
              <a:rPr lang="pt-BR" b="1" dirty="0"/>
              <a:t>, </a:t>
            </a:r>
            <a:r>
              <a:rPr lang="pt-BR" b="1" dirty="0" err="1"/>
              <a:t>Logstash</a:t>
            </a:r>
            <a:r>
              <a:rPr lang="pt-BR" b="1" dirty="0"/>
              <a:t>, </a:t>
            </a:r>
            <a:r>
              <a:rPr lang="pt-BR" b="1" dirty="0" err="1"/>
              <a:t>Kibana</a:t>
            </a:r>
            <a:r>
              <a:rPr lang="pt-BR" b="1" dirty="0"/>
              <a:t>)</a:t>
            </a:r>
            <a:r>
              <a:rPr lang="pt-BR" dirty="0"/>
              <a:t> → análise e visualização de grandes volumes de logs.</a:t>
            </a:r>
          </a:p>
          <a:p>
            <a:pPr lvl="1"/>
            <a:r>
              <a:rPr lang="pt-BR" b="1" dirty="0"/>
              <a:t>Google Cloud Profiler</a:t>
            </a:r>
            <a:r>
              <a:rPr lang="pt-BR" dirty="0"/>
              <a:t> → análise de desempenho em aplicações em nuvem.</a:t>
            </a:r>
          </a:p>
          <a:p>
            <a:pPr lvl="1"/>
            <a:r>
              <a:rPr lang="pt-BR" b="1" dirty="0" err="1"/>
              <a:t>Datadog</a:t>
            </a:r>
            <a:r>
              <a:rPr lang="pt-BR" dirty="0"/>
              <a:t> → monitoramento unificado de infraestrutura, aplicações e rede.</a:t>
            </a:r>
          </a:p>
          <a:p>
            <a:r>
              <a:rPr lang="pt-BR" dirty="0"/>
              <a:t>Benefício: permitem </a:t>
            </a:r>
            <a:r>
              <a:rPr lang="pt-BR" b="1" dirty="0" err="1"/>
              <a:t>observabilidade</a:t>
            </a:r>
            <a:r>
              <a:rPr lang="pt-BR" b="1" dirty="0"/>
              <a:t> completa</a:t>
            </a:r>
            <a:r>
              <a:rPr lang="pt-BR" dirty="0"/>
              <a:t> (métricas, logs e traces).</a:t>
            </a:r>
          </a:p>
          <a:p>
            <a:r>
              <a:rPr lang="pt-BR" dirty="0"/>
              <a:t>🔗 </a:t>
            </a:r>
            <a:r>
              <a:rPr lang="pt-BR" b="1" dirty="0"/>
              <a:t>Exemplo de vídeo:</a:t>
            </a:r>
            <a:r>
              <a:rPr lang="pt-BR" dirty="0"/>
              <a:t> </a:t>
            </a:r>
            <a:r>
              <a:rPr lang="pt-BR" dirty="0">
                <a:hlinkClick r:id="rId2"/>
              </a:rPr>
              <a:t>Introdução ao </a:t>
            </a:r>
            <a:r>
              <a:rPr lang="pt-BR" dirty="0" err="1">
                <a:hlinkClick r:id="rId2"/>
              </a:rPr>
              <a:t>Grafana</a:t>
            </a:r>
            <a:r>
              <a:rPr lang="pt-BR" dirty="0">
                <a:hlinkClick r:id="rId2"/>
              </a:rPr>
              <a:t> + </a:t>
            </a:r>
            <a:r>
              <a:rPr lang="pt-BR" dirty="0" err="1">
                <a:hlinkClick r:id="rId2"/>
              </a:rPr>
              <a:t>Prometheus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6457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F5AF1-18EE-7A3F-D920-F7E6063F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Estudo de Caso: Banco de Dados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0F7439-86EC-26C0-E527-431E42266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sz="2400" b="1" dirty="0"/>
              <a:t>Objetivo:</a:t>
            </a:r>
            <a:r>
              <a:rPr lang="pt-BR" sz="2400" dirty="0"/>
              <a:t> avaliar tempo de resposta em consultas SQL.</a:t>
            </a:r>
          </a:p>
          <a:p>
            <a:pPr algn="just"/>
            <a:r>
              <a:rPr lang="pt-BR" sz="2400" b="1" dirty="0"/>
              <a:t>Cenário:</a:t>
            </a:r>
            <a:r>
              <a:rPr lang="pt-BR" sz="2400" dirty="0"/>
              <a:t> comparação entre </a:t>
            </a:r>
            <a:r>
              <a:rPr lang="pt-BR" sz="2400" b="1" dirty="0"/>
              <a:t>MySQL</a:t>
            </a:r>
            <a:r>
              <a:rPr lang="pt-BR" sz="2400" dirty="0"/>
              <a:t> e </a:t>
            </a:r>
            <a:r>
              <a:rPr lang="pt-BR" sz="2400" b="1" dirty="0"/>
              <a:t>PostgreSQL</a:t>
            </a:r>
            <a:r>
              <a:rPr lang="pt-BR" sz="2400" dirty="0"/>
              <a:t>.</a:t>
            </a:r>
          </a:p>
          <a:p>
            <a:pPr algn="just"/>
            <a:r>
              <a:rPr lang="pt-BR" sz="2400" b="1" dirty="0"/>
              <a:t>Planejamento:</a:t>
            </a:r>
            <a:endParaRPr lang="pt-BR" sz="2400" dirty="0"/>
          </a:p>
          <a:p>
            <a:pPr lvl="1" algn="just"/>
            <a:r>
              <a:rPr lang="pt-BR" sz="2000" dirty="0"/>
              <a:t>Nós: dois servidores de banco de dados.</a:t>
            </a:r>
          </a:p>
          <a:p>
            <a:pPr lvl="1" algn="just"/>
            <a:r>
              <a:rPr lang="pt-BR" sz="2000" dirty="0"/>
              <a:t>Enlaces: mesma rede local para eliminar variáveis externas.</a:t>
            </a:r>
          </a:p>
          <a:p>
            <a:pPr lvl="1" algn="just"/>
            <a:r>
              <a:rPr lang="pt-BR" sz="2000" dirty="0"/>
              <a:t>Tráfego: consultas simultâneas de leitura e escrita.</a:t>
            </a:r>
          </a:p>
          <a:p>
            <a:pPr algn="just"/>
            <a:r>
              <a:rPr lang="pt-BR" sz="2400" b="1" dirty="0"/>
              <a:t>Coleta de dados:</a:t>
            </a:r>
            <a:r>
              <a:rPr lang="pt-BR" sz="2400" dirty="0"/>
              <a:t> medir tempo médio de execução, </a:t>
            </a:r>
            <a:r>
              <a:rPr lang="pt-BR" sz="2400" dirty="0" err="1"/>
              <a:t>throughput</a:t>
            </a:r>
            <a:r>
              <a:rPr lang="pt-BR" sz="2400" dirty="0"/>
              <a:t> (transações/s) e uso de CPU/memória.</a:t>
            </a:r>
          </a:p>
          <a:p>
            <a:pPr algn="just"/>
            <a:r>
              <a:rPr lang="pt-BR" sz="2400" b="1" dirty="0"/>
              <a:t>Resultado esperado:</a:t>
            </a:r>
            <a:r>
              <a:rPr lang="pt-BR" sz="2400" dirty="0"/>
              <a:t> identificar qual SGBD apresenta melhor desempenho em cenários de alta concorrência.</a:t>
            </a:r>
          </a:p>
          <a:p>
            <a:pPr algn="just"/>
            <a:r>
              <a:rPr lang="pt-BR" sz="2400" dirty="0"/>
              <a:t>📊 </a:t>
            </a:r>
            <a:r>
              <a:rPr lang="pt-BR" sz="2400" b="1" dirty="0"/>
              <a:t>Exemplo prático:</a:t>
            </a:r>
            <a:r>
              <a:rPr lang="pt-BR" sz="2400" dirty="0"/>
              <a:t> uso da ferramenta </a:t>
            </a:r>
            <a:r>
              <a:rPr lang="pt-BR" sz="2400" b="1" dirty="0" err="1"/>
              <a:t>SysBench</a:t>
            </a:r>
            <a:r>
              <a:rPr lang="pt-BR" sz="2400" dirty="0"/>
              <a:t> para simulação de carga em bancos de dados.</a:t>
            </a:r>
          </a:p>
          <a:p>
            <a:pPr algn="just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148646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2F2C1D-30BE-67C1-1AB6-7CA612F9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pt-BR" sz="4200"/>
              <a:t>Estudo de Caso: Redes de Computadores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17AFFF2-903A-B7EB-A365-8C9C9258E8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167215"/>
              </p:ext>
            </p:extLst>
          </p:nvPr>
        </p:nvGraphicFramePr>
        <p:xfrm>
          <a:off x="4471038" y="373627"/>
          <a:ext cx="7535526" cy="5803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4320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E67AF-4E13-8681-562B-840F6AFA4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Boas Práticas no Planejamento de Experimentos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9CFFDD-AF5E-5556-9435-1B7501450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b="1" dirty="0"/>
              <a:t>Documentar todo o processo</a:t>
            </a:r>
            <a:r>
              <a:rPr lang="pt-BR" sz="2400" dirty="0"/>
              <a:t>: objetivos, métricas, ferramentas, configurações.</a:t>
            </a:r>
          </a:p>
          <a:p>
            <a:r>
              <a:rPr lang="pt-BR" sz="2400" b="1" dirty="0"/>
              <a:t>Definir hipóteses claras</a:t>
            </a:r>
            <a:r>
              <a:rPr lang="pt-BR" sz="2400" dirty="0"/>
              <a:t> antes da execução.</a:t>
            </a:r>
          </a:p>
          <a:p>
            <a:r>
              <a:rPr lang="pt-BR" sz="2400" b="1" dirty="0"/>
              <a:t>Repetir os testes</a:t>
            </a:r>
            <a:r>
              <a:rPr lang="pt-BR" sz="2400" dirty="0"/>
              <a:t> em diferentes condições para validar consistência.</a:t>
            </a:r>
          </a:p>
          <a:p>
            <a:r>
              <a:rPr lang="pt-BR" sz="2400" b="1" dirty="0"/>
              <a:t>Controlar variáveis externas</a:t>
            </a:r>
            <a:r>
              <a:rPr lang="pt-BR" sz="2400" dirty="0"/>
              <a:t> (ex.: tráfego de fundo na rede).</a:t>
            </a:r>
          </a:p>
          <a:p>
            <a:r>
              <a:rPr lang="pt-BR" sz="2400" b="1" dirty="0"/>
              <a:t>Automatizar coleta e análise</a:t>
            </a:r>
            <a:r>
              <a:rPr lang="pt-BR" sz="2400" dirty="0"/>
              <a:t> quando possível.</a:t>
            </a:r>
          </a:p>
          <a:p>
            <a:r>
              <a:rPr lang="pt-BR" sz="2400" b="1" dirty="0"/>
              <a:t>Armazenar resultados com segurança</a:t>
            </a:r>
            <a:r>
              <a:rPr lang="pt-BR" sz="2400" dirty="0"/>
              <a:t> para reuso e auditoria.</a:t>
            </a:r>
          </a:p>
          <a:p>
            <a:r>
              <a:rPr lang="pt-BR" sz="2400" dirty="0"/>
              <a:t>📊 </a:t>
            </a:r>
            <a:r>
              <a:rPr lang="pt-BR" sz="2400" b="1" dirty="0"/>
              <a:t>Exemplo:</a:t>
            </a:r>
            <a:r>
              <a:rPr lang="pt-BR" sz="2400" dirty="0"/>
              <a:t> manter relatórios padronizados de testes de desempenho em redes corporativas para comparações futuras.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03665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BAD970-5B12-90ED-C444-A39EB450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pt-BR"/>
              <a:t>Conclusões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260C3E2-5F7D-FD7A-A265-F94DD2C392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5574402"/>
              </p:ext>
            </p:extLst>
          </p:nvPr>
        </p:nvGraphicFramePr>
        <p:xfrm>
          <a:off x="4113267" y="182880"/>
          <a:ext cx="7652013" cy="645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43383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1729</Words>
  <Application>Microsoft Office PowerPoint</Application>
  <PresentationFormat>Widescreen</PresentationFormat>
  <Paragraphs>170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do Office</vt:lpstr>
      <vt:lpstr>Planejamento de Experimentos e Coleta de Dados </vt:lpstr>
      <vt:lpstr>Importância do Planejamento de Experimentos</vt:lpstr>
      <vt:lpstr>Etapas do Planejamento Experimental</vt:lpstr>
      <vt:lpstr>Definição dos Nós no Experimento</vt:lpstr>
      <vt:lpstr>Configuração dos Enlaces</vt:lpstr>
      <vt:lpstr>Caracterização do Tráfego</vt:lpstr>
      <vt:lpstr>Escalonamento dos Eventos</vt:lpstr>
      <vt:lpstr>Planejamento de Adversidades</vt:lpstr>
      <vt:lpstr>Coleta de Dados no Experimento</vt:lpstr>
      <vt:lpstr>Métricas Coletadas em Redes de Computadores </vt:lpstr>
      <vt:lpstr>Ferramentas para Coleta de Dados em Redes</vt:lpstr>
      <vt:lpstr>Armazenamento e Organização dos Dados</vt:lpstr>
      <vt:lpstr>Tratamento e Preparação dos Dados</vt:lpstr>
      <vt:lpstr>Análise Estatística dos Resultados</vt:lpstr>
      <vt:lpstr>Visualização dos Resultados</vt:lpstr>
      <vt:lpstr>Ferramentas Modernas de Monitoramento</vt:lpstr>
      <vt:lpstr>Estudo de Caso: Banco de Dados</vt:lpstr>
      <vt:lpstr>Estudo de Caso: Redes de Computadores</vt:lpstr>
      <vt:lpstr>Boas Práticas no Planejamento de Experimentos</vt:lpstr>
      <vt:lpstr>Conclusões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Elionai Magalhaes 487017 - Professor MULTIVIX</dc:creator>
  <cp:lastModifiedBy>Elionai Magalhaes 487017 - Professor MULTIVIX</cp:lastModifiedBy>
  <cp:revision>12</cp:revision>
  <dcterms:created xsi:type="dcterms:W3CDTF">2025-09-18T12:42:19Z</dcterms:created>
  <dcterms:modified xsi:type="dcterms:W3CDTF">2025-09-18T13:37:50Z</dcterms:modified>
</cp:coreProperties>
</file>