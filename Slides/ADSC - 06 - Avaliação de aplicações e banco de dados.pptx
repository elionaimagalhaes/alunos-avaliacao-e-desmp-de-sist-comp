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50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0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63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58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81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77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61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84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92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71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92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C9AE4-0A78-4366-875B-2E079C087EE4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2E370-5EFF-4CB1-A522-4A17150CBA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21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20AAF-3929-AA5D-2EA4-18098F3E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Avaliação de Desempenho de Ambientes Computacionais: Banco de Dados 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E551A7-5611-4F60-8C1B-C6EF40283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235831"/>
            <a:ext cx="7711482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Disciplina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Avaliação de Desempenho de Sistemas Computacionais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Banco de Dados e Protocolos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Referência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GONÇALVES, Marcos José Santana; MACAMBIRA, Juarez. Avaliação de Desempenho de Sistemas Computacionais. Fortaleza: 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EdUECE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2017.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aula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Apresentar conceitos, métricas e exemplos práticos de avaliação de desempenho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bancos de dados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 comunicação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destacando ferramentas e métodos aplicados.</a:t>
            </a:r>
          </a:p>
        </p:txBody>
      </p:sp>
    </p:spTree>
    <p:extLst>
      <p:ext uri="{BB962C8B-B14F-4D97-AF65-F5344CB8AC3E}">
        <p14:creationId xmlns:p14="http://schemas.microsoft.com/office/powerpoint/2010/main" val="363105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DEA1-EC3B-968B-E476-4824FB66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D69BF-8D9C-8511-842F-20479246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Importância da Avaliação em Banco de Dados 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8DE65C-353F-23C6-8C07-FB891F13A3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068573"/>
            <a:ext cx="7711482" cy="411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Bancos de dados e protocolos são núcleos críticos em ambientes computacionais.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desempenho do banco de dados afeta diretamente o tempo de resposta das aplicações e a experiência do usuário.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 rede definem a eficiência da comunicação, influenciando a latência, a confiabilidade e a taxa de transferência.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avaliação permite identificar gargalos e ajustar configurações para garantir escalabilidade e segurança.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Referência:Cap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1 – Exemplos práticos de avaliação (consultas SQL e protocolos de rede)</a:t>
            </a:r>
          </a:p>
        </p:txBody>
      </p:sp>
    </p:spTree>
    <p:extLst>
      <p:ext uri="{BB962C8B-B14F-4D97-AF65-F5344CB8AC3E}">
        <p14:creationId xmlns:p14="http://schemas.microsoft.com/office/powerpoint/2010/main" val="318373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4ED8-1E76-E85A-2059-D4238E07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F09F6-C9ED-B437-62E2-362C5E10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Métricas Fundamentais em Banco de Dados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305DF1-69D7-7592-6C27-14B2FB239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57362"/>
            <a:ext cx="7711482" cy="4537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resposta: intervalo entre a requisição e a entrega do resultado.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(taxa de transações por segundo): número de operações processadas em um período.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Utilização de recursos: CPU, memória e disco consumidos durante consultas e transações.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falhas: percentual de operações com erro ou perda de consistência.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Escalabilidade: capacidade do banco em manter desempenho com aumento da carga de trabalho.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 dirty="0"/>
              <a:t>Cap. 1 – Avaliação de consultas SQL (inserção, deleção e busca em registros de banco de dados)</a:t>
            </a: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19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E6A7-645E-71E9-924A-980AE89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D4BDC-3AC5-2656-E938-AA6361BF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Ferramentas e Benchmarks para Bancos de Dados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96CB4D-702E-55E9-20E4-3B58CA3A53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85162"/>
            <a:ext cx="7711482" cy="4481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 padronizados: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TPC-C (transações comerciais)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TPC-H (consultas analíticas)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YCSB (avaliação de bancos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Ferramentas de medição: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Sysbench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(carga em MySQL e PostgreSQL)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HammerDB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(simulação de transações e consultas)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 gerar cenários controlados para avaliar consultas, inserções, exclusões e carga simultânea.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Cap. 1 – Exemplos de testes em bancos de dados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4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C7F7-00AE-AD8E-B20F-F11FF57A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A9BE0-EA49-E0D7-5B35-88A45048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Fatores que Impactam o Desempenho de Bancos de Dados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CE2748-19A3-6588-F166-F7D9EDD95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12669"/>
            <a:ext cx="7711482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Modelagem do banco: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normalização, índices e estrutura das tabelas.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Carga de trabalho: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de consultas simultâneas e tipos de transações.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Configuração do SGBD: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parâmetros de cache, buffers e conexões.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Infraestrutura: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velocidade do disco, quantidade de memória e uso da CPU.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Concorrência e bloqueios: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gerenciamento de acessos simultâneos afeta tempo de resposta.</a:t>
            </a: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4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49ED-BF2A-FFA8-0F3E-B3D44A44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86E16-C609-3A05-DC3B-C4DD1F33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Estudo de Caso: Bancos de Dados em E-commerce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A1877B-4848-E210-47F4-C46AA8D17A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50195"/>
            <a:ext cx="7711482" cy="495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Cenário: sistema de compras online com alto volume de acessos.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Consultas frequentes: busca de produtos, atualização de estoque, registro de pedidos.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Desafios de desempenho: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Grande número de acessos simultâneos.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Necessidade de resposta em tempo real.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Processamento seguro de transações financeiras.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mede tempo de resposta,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taxa de erros sob diferentes cargas.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200" dirty="0"/>
              <a:t>Cap. 1 – Exemplo prático: avaliação de sistemas de e-commerce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5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68C6-EF5C-C86E-A398-81B5FA56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83750-BB60-9BF4-0191-EE3B41BF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Protocolos de Comunicação e Desempenho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2873B7-0940-8E4E-A1DD-BC9FC9D76A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41477"/>
            <a:ext cx="7711482" cy="4969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definem regras de troca de informações entre sistemas.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Impactam diretamente na latência, largura de banda e confiabilidade da comunicação.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Exemplos:TCP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/IP: orientado à conexão, confiável, porém com maior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overhead.UDP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sem conexão, menor latência, porém sem garantias de entrega.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avaliação de desempenho mede tempo de transmissão, perdas de pacotes e estabilidade da rede.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5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9CE1-F90D-0FBD-95DA-4AA1F8C3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2E6AE-80DF-D079-392A-ECF34753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Métricas de Avaliação em Protocolos de Rede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A8C923-C237-20DC-EBD0-8F743E1E0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33810"/>
            <a:ext cx="7711482" cy="478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Largura de banda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quantidade de dados transmitidos por segundo.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Latência: tempo para um pacote sair da origem e chegar ao destino.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variação da latência entre pacotes sucessivos.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perda de pacotes: percentual de dados que não chegam ao destino.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 do protocolo: quantidade de recursos extras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confirmações) usados para garantir a comunicação.</a:t>
            </a:r>
            <a:endParaRPr lang="pt-BR" alt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07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C435-A728-8F75-A7A7-9CF3A25A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AC05C-8911-C502-FC16-CA7B4BD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Ferramentas para Avaliação de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B86B75-F51E-2F78-817A-A90EDD545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73364"/>
            <a:ext cx="7711482" cy="4305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IPERF: mede largura de banda,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perda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Wireshark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captura e analisa pacotes, permitindo observar o tráfego real.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Ping: avalia latência e perda de pacotes em conexões simples.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Traceroute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identifica a rota e atrasos em cada salto da rede.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Utilizadas em cenários controlados e em redes reais para detectar gargalos e avaliar eficiência.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0F83-FB56-61D1-6B26-54D063E7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F4746-69DE-51D0-D19A-ACCECDC0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Exemplo Prático: Avaliação de Protocolo TCP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8D9FDD-57C8-0A3D-7E45-BD9EA9ADE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19367"/>
            <a:ext cx="7711482" cy="541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Cenário: transferência de arquivos em uma rede corporativa.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Medições realizadas: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Latência média entre cliente e servidor.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transferência (MB/s).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retransmissão de pacotes.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 esperados: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Alta confiabilidade, porém com maior overhead.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Desempenho afetado em redes congestionadas.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 TCP é adequado quando a integridade dos dados é mais importante que a velocidade.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6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6CEB-A8BB-EA8B-2288-F070FC30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E88D4-06B1-0FF6-0874-A28699A2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41" y="0"/>
            <a:ext cx="7886700" cy="2254623"/>
          </a:xfrm>
        </p:spPr>
        <p:txBody>
          <a:bodyPr>
            <a:normAutofit/>
          </a:bodyPr>
          <a:lstStyle/>
          <a:p>
            <a:r>
              <a:rPr lang="pt-BR" sz="3600" dirty="0"/>
              <a:t>Exemplo Prático: Avaliação de Protocolo UDP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C62984-50D7-5B14-6056-EE3775E526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57867"/>
            <a:ext cx="7711482" cy="5136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Cenário: transmissão de vídeo em tempo real (streaming).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Medições realizadas: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perda de pacotes.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durante a transmissão.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Latência média entre origem e destino.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 esperados: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Baixa latência, adequado para comunicação em tempo real.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Possibilidade de perdas ocasionais sem comprometer a experiência do usuário.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 UDP é preferido em aplicações multimídia, priorizando velocidade sobre confiabilidade.</a:t>
            </a:r>
            <a:endParaRPr 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45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1719-5B79-38E1-7057-C265F7BE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0F8AB-9477-22FB-FA3C-336462DF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Comparação TCP </a:t>
            </a:r>
            <a:r>
              <a:rPr lang="pt-BR" sz="3600" dirty="0" err="1"/>
              <a:t>vs</a:t>
            </a:r>
            <a:r>
              <a:rPr lang="pt-BR" sz="3600" dirty="0"/>
              <a:t> UDP em Avaliação de Desempenho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6BA22C-DD0D-2A03-112C-7DB37893A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27036"/>
            <a:ext cx="7711482" cy="559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Confiável, orientado à conexão.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Garantia de entrega dos dados.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Maior overhead → menor velocidade em redes congestionadas.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orientado à conexão, sem garantias de entrega.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Baixa latência e menor overhead.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Adequado para voz, vídeo e jogos online.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escolha do protocolo depende do equilíbrio entre confiabilidade e desempenho exigido pela aplicação.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76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942B-4491-2F33-4AD7-B80A6820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95090-70CA-9840-87AF-75D5515B5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Integração entre Bancos de Dados 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944F24-1376-4789-B548-A4E4FEC1EC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19372"/>
            <a:ext cx="7711482" cy="541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desempenho de aplicações depende tanto do banco de dados quanto dos protocolos de comunicação.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 prático: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sistema web consulta o banco de dados e envia resultados via rede. O tempo de resposta depende da eficiência das consultas e da velocidade da transmissão.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conjunta identifica gargalos que podem estar no servidor de banco ou na camada de rede.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Estratégia: analisar métricas de ambos os lados para otimizar o desempenho fim a fim.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200" dirty="0"/>
              <a:t>Cap. 12 – Avaliação de desempenho em protocolos de rede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2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E167-F379-AF49-F5B2-1CC2D341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34A0D-5C2A-68A2-1E38-0FB37B34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Métodos de Avaliação: Medição, Modelagem e Simulação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8D64C3-7100-9212-193C-85B6B9E1C1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33818"/>
            <a:ext cx="7711482" cy="478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Medição direta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Coleta de dados reais em ambiente de produção.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monitorar tempo de resposta em consultas SQL.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Modelagem analítica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fórmulas e modelos matemáticos (ex.: teoria de filas).Permite prever desempenho sob diferentes cargas.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Simulação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 de cenários controlados para testar hipóteses.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simular carga de rede em protocolos TCP e UDP.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200" dirty="0"/>
              <a:t>Cap. 2 e Cap. 5 – Teoria de filas e análise quantitativa aplicada a bancos de dados e protocolos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88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500C-ACDA-2ED3-74B4-F0C3E926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464ED-71D0-D1A6-AD38-54C5ED1B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Exemplo de Modelagem: Banco de Dados como Sistema de Filas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7C329E-5848-C1B3-71AF-F31897413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33819"/>
            <a:ext cx="7711482" cy="478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Bancos de dados podem ser modelados como sistemas de filas: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Clientes = requisições SQL. 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 = processos do SGBD que executam consultas.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Parâmetros avaliados: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médio de espera na fila.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utilização do servidor.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sistema.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Benefício da modelagem: prever gargalos em cenários de alta concorrência e orientar ajustes no banco.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200" dirty="0"/>
              <a:t>Cap. 5 – Redes de filas aplicadas a sistemas computacionais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076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B736-2032-39B6-0911-9848A7D7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C5203-513D-EF58-5B15-2B818809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Exemplo de Modelagem: Protocolos como Filas de Transmissão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779F76-F595-10CC-0535-D9139FB4EB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33820"/>
            <a:ext cx="7711482" cy="478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de rede podem ser vistos como sistemas de filas: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 = pacotes de dados.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 = roteadores e enlaces de transmissão.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analisadas: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médio de transmissão.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de perda de pacotes na fila.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Utilização do enlace.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Aplicação: prever desempenho em cenários de congestionamento e dimensionar capacidade da rede.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5 – Modelagem de redes de filas aplicada a protocolos de comunicação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686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9F750-E888-5C55-3159-10342D19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BD508-E6E7-796C-15C9-F67B8076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Desafios na Avaliação de Bancos de Dados e Protocolos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49B6CB-2463-250A-1FFE-ECAFFB845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02988"/>
            <a:ext cx="7711482" cy="5246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Ambientes heterogêneos: diferentes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SGBDs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redes e configurações dificultam comparações diretas.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Cargas de trabalho variáveis: comportamento distinto em horários de pico e em baixa utilização.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Interdependência: gargalos podem estar no banco, no protocolo ou em ambos.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Escalabilidade: prever desempenho em ambientes distribuídos e de alta concorrência.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Segurança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desempenho: criptografia e autenticação impactam latência e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5 – Modelagem de redes de filas aplicada a protocolos de comunicação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4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BFAA-EBFF-456B-4E59-C7BD18D2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D67F7-BCF8-A261-3404-057FE647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Boas Práticas para Avaliação de Desempenho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F5B81-F5DD-8A17-866C-C2A4485262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272157"/>
            <a:ext cx="7711482" cy="570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objetivos claros: identificar o que deve ser medido (tempo de resposta,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latência etc.).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Reproduzir cenários reais: usar cargas de trabalho que representem o uso real do sistema.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 benchmarks padronizados: possibilitam comparações consistentes entre sistemas.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Monitorar continuamente: avaliar desempenho ao longo do tempo, não apenas em testes pontuais.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Analisar resultados de forma crítica: considerar limitações do ambiente e variabilidade dos testes.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1 – Orientações práticas para avaliação de desempenho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333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8C03-BF38-45C5-6171-4C980404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A8B0A-168B-4CFF-E4B5-2CB76F69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Tendências em Avaliação de Desempenho: Cloud e Big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E01698-25B3-CF14-240B-6B2738225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733822"/>
            <a:ext cx="7711482" cy="478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Bancos de Dados em Nuvem: elasticidade e cobrança sob demanda exigem novas métricas (custo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desempenho).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Data: volume massivo de dados demanda avaliação de latência em sistemas distribuídos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Hadoop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Spark).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 em redes modernas: avaliação de desempenho em 5G, IoT e redes definidas por software (SDN).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Novos desafios: medir escalabilidade, tolerância a falhas e eficiência energética.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31 – Tendências emergentes em avaliação de desempenho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68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B1F9-342E-DC4A-4F60-57524DCA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19623-A0B1-CEC1-E81E-04ABBCB0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7036"/>
          </a:xfrm>
        </p:spPr>
        <p:txBody>
          <a:bodyPr>
            <a:normAutofit/>
          </a:bodyPr>
          <a:lstStyle/>
          <a:p>
            <a:r>
              <a:rPr lang="pt-BR" sz="3600" dirty="0"/>
              <a:t>Conclusão e Síntese da Aula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CBE147-5E9D-9DE5-82A6-75562922F8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49" y="1502990"/>
            <a:ext cx="8023737" cy="5246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avaliação de desempenho em bancos de dados e protocolos é essencial para garantir eficiência em sistemas computacionais.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Bancos de Dados: métricas como tempo de resposta,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escalabilidade revelam gargalos em consultas e transações.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Protocolos: análise de latência,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jitter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largura de banda e perdas mostra a qualidade da comunicação.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integração banco + protocolo determina a experiência final do usuário.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Ferramentas, modelagem e simulação auxiliam na tomada de decisão e na otimização de ambientes reais.</a:t>
            </a: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200" dirty="0"/>
              <a:t>Cap. 31 – Tendências emergentes em avaliação de desempenho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392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1763</Words>
  <Application>Microsoft Office PowerPoint</Application>
  <PresentationFormat>Apresentação na tela (4:3)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Avaliação de Desempenho de Ambientes Computacionais: Banco de Dados e Protocolos</vt:lpstr>
      <vt:lpstr>Importância da Avaliação em Banco de Dados e Protocolos</vt:lpstr>
      <vt:lpstr>Métricas Fundamentais em Banco de Dados</vt:lpstr>
      <vt:lpstr>Ferramentas e Benchmarks para Bancos de Dados</vt:lpstr>
      <vt:lpstr>Fatores que Impactam o Desempenho de Bancos de Dados</vt:lpstr>
      <vt:lpstr>Estudo de Caso: Bancos de Dados em E-commerce</vt:lpstr>
      <vt:lpstr>Protocolos de Comunicação e Desempenho</vt:lpstr>
      <vt:lpstr>Métricas de Avaliação em Protocolos de Rede</vt:lpstr>
      <vt:lpstr>Ferramentas para Avaliação de Protocolos</vt:lpstr>
      <vt:lpstr>Exemplo Prático: Avaliação de Protocolo TCP</vt:lpstr>
      <vt:lpstr>Exemplo Prático: Avaliação de Protocolo UDP</vt:lpstr>
      <vt:lpstr>Comparação TCP vs UDP em Avaliação de Desempenho</vt:lpstr>
      <vt:lpstr>Integração entre Bancos de Dados e Protocolos</vt:lpstr>
      <vt:lpstr>Métodos de Avaliação: Medição, Modelagem e Simulação</vt:lpstr>
      <vt:lpstr>Exemplo de Modelagem: Banco de Dados como Sistema de Filas</vt:lpstr>
      <vt:lpstr>Exemplo de Modelagem: Protocolos como Filas de Transmissão</vt:lpstr>
      <vt:lpstr>Desafios na Avaliação de Bancos de Dados e Protocolos</vt:lpstr>
      <vt:lpstr>Boas Práticas para Avaliação de Desempenho</vt:lpstr>
      <vt:lpstr>Tendências em Avaliação de Desempenho: Cloud e Big Data</vt:lpstr>
      <vt:lpstr>Conclusão e Síntese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19</cp:revision>
  <dcterms:created xsi:type="dcterms:W3CDTF">2025-08-26T20:43:25Z</dcterms:created>
  <dcterms:modified xsi:type="dcterms:W3CDTF">2025-08-26T21:59:39Z</dcterms:modified>
</cp:coreProperties>
</file>